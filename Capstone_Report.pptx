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1" r:id="rId1"/>
  </p:sldMasterIdLst>
  <p:sldIdLst>
    <p:sldId id="256" r:id="rId2"/>
    <p:sldId id="259" r:id="rId3"/>
    <p:sldId id="261" r:id="rId4"/>
    <p:sldId id="262" r:id="rId5"/>
    <p:sldId id="273" r:id="rId6"/>
    <p:sldId id="274" r:id="rId7"/>
    <p:sldId id="280" r:id="rId8"/>
    <p:sldId id="258" r:id="rId9"/>
    <p:sldId id="265" r:id="rId10"/>
    <p:sldId id="281" r:id="rId11"/>
    <p:sldId id="276" r:id="rId12"/>
    <p:sldId id="266" r:id="rId13"/>
    <p:sldId id="267" r:id="rId14"/>
    <p:sldId id="278" r:id="rId15"/>
    <p:sldId id="257" r:id="rId16"/>
    <p:sldId id="279" r:id="rId17"/>
    <p:sldId id="282" r:id="rId18"/>
    <p:sldId id="270" r:id="rId19"/>
    <p:sldId id="271" r:id="rId20"/>
    <p:sldId id="272" r:id="rId21"/>
    <p:sldId id="283"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63E004-871F-4037-9DE0-0403D056710F}" v="205" dt="2025-11-30T13:18:45.495"/>
    <p1510:client id="{DCD3A074-C0B5-451C-83D4-9A3A6F4B178D}" v="20" dt="2025-11-30T15:35:16.1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936" y="2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dhanshu Tiwari" userId="b0de518f36dbf967" providerId="LiveId" clId="{ABA6FB30-5F49-4925-B7B7-9A38E210E107}"/>
    <pc:docChg chg="undo custSel addSld modSld sldOrd">
      <pc:chgData name="Sudhanshu Tiwari" userId="b0de518f36dbf967" providerId="LiveId" clId="{ABA6FB30-5F49-4925-B7B7-9A38E210E107}" dt="2025-11-30T15:37:08.562" v="348" actId="2711"/>
      <pc:docMkLst>
        <pc:docMk/>
      </pc:docMkLst>
      <pc:sldChg chg="modSp">
        <pc:chgData name="Sudhanshu Tiwari" userId="b0de518f36dbf967" providerId="LiveId" clId="{ABA6FB30-5F49-4925-B7B7-9A38E210E107}" dt="2025-11-30T15:34:55.716" v="347" actId="2711"/>
        <pc:sldMkLst>
          <pc:docMk/>
          <pc:sldMk cId="0" sldId="256"/>
        </pc:sldMkLst>
        <pc:spChg chg="mod">
          <ac:chgData name="Sudhanshu Tiwari" userId="b0de518f36dbf967" providerId="LiveId" clId="{ABA6FB30-5F49-4925-B7B7-9A38E210E107}" dt="2025-11-30T15:34:55.716" v="347" actId="2711"/>
          <ac:spMkLst>
            <pc:docMk/>
            <pc:sldMk cId="0" sldId="256"/>
            <ac:spMk id="2" creationId="{00000000-0000-0000-0000-000000000000}"/>
          </ac:spMkLst>
        </pc:spChg>
      </pc:sldChg>
      <pc:sldChg chg="modSp mod">
        <pc:chgData name="Sudhanshu Tiwari" userId="b0de518f36dbf967" providerId="LiveId" clId="{ABA6FB30-5F49-4925-B7B7-9A38E210E107}" dt="2025-11-30T15:21:31.363" v="289" actId="20577"/>
        <pc:sldMkLst>
          <pc:docMk/>
          <pc:sldMk cId="0" sldId="257"/>
        </pc:sldMkLst>
        <pc:spChg chg="mod">
          <ac:chgData name="Sudhanshu Tiwari" userId="b0de518f36dbf967" providerId="LiveId" clId="{ABA6FB30-5F49-4925-B7B7-9A38E210E107}" dt="2025-11-30T15:21:31.363" v="289" actId="20577"/>
          <ac:spMkLst>
            <pc:docMk/>
            <pc:sldMk cId="0" sldId="257"/>
            <ac:spMk id="6" creationId="{F75E0B95-A8D4-8355-6DF1-D3571AA3B580}"/>
          </ac:spMkLst>
        </pc:spChg>
      </pc:sldChg>
      <pc:sldChg chg="modSp mod">
        <pc:chgData name="Sudhanshu Tiwari" userId="b0de518f36dbf967" providerId="LiveId" clId="{ABA6FB30-5F49-4925-B7B7-9A38E210E107}" dt="2025-11-30T15:37:08.562" v="348" actId="2711"/>
        <pc:sldMkLst>
          <pc:docMk/>
          <pc:sldMk cId="2876987989" sldId="270"/>
        </pc:sldMkLst>
        <pc:spChg chg="mod">
          <ac:chgData name="Sudhanshu Tiwari" userId="b0de518f36dbf967" providerId="LiveId" clId="{ABA6FB30-5F49-4925-B7B7-9A38E210E107}" dt="2025-11-30T15:03:51.770" v="85" actId="14100"/>
          <ac:spMkLst>
            <pc:docMk/>
            <pc:sldMk cId="2876987989" sldId="270"/>
            <ac:spMk id="2" creationId="{CDD7382A-BC46-4D21-B52F-5ED6A908552C}"/>
          </ac:spMkLst>
        </pc:spChg>
        <pc:spChg chg="mod">
          <ac:chgData name="Sudhanshu Tiwari" userId="b0de518f36dbf967" providerId="LiveId" clId="{ABA6FB30-5F49-4925-B7B7-9A38E210E107}" dt="2025-11-30T15:37:08.562" v="348" actId="2711"/>
          <ac:spMkLst>
            <pc:docMk/>
            <pc:sldMk cId="2876987989" sldId="270"/>
            <ac:spMk id="3" creationId="{BBD0319C-1FBE-FD5E-A98A-617C64453351}"/>
          </ac:spMkLst>
        </pc:spChg>
      </pc:sldChg>
      <pc:sldChg chg="modSp mod">
        <pc:chgData name="Sudhanshu Tiwari" userId="b0de518f36dbf967" providerId="LiveId" clId="{ABA6FB30-5F49-4925-B7B7-9A38E210E107}" dt="2025-11-30T15:27:10.487" v="316" actId="2711"/>
        <pc:sldMkLst>
          <pc:docMk/>
          <pc:sldMk cId="936772840" sldId="279"/>
        </pc:sldMkLst>
        <pc:spChg chg="mod">
          <ac:chgData name="Sudhanshu Tiwari" userId="b0de518f36dbf967" providerId="LiveId" clId="{ABA6FB30-5F49-4925-B7B7-9A38E210E107}" dt="2025-11-30T15:27:10.487" v="316" actId="2711"/>
          <ac:spMkLst>
            <pc:docMk/>
            <pc:sldMk cId="936772840" sldId="279"/>
            <ac:spMk id="2" creationId="{A2CD0DF1-D1AF-D90B-AF11-CA5D1270A713}"/>
          </ac:spMkLst>
        </pc:spChg>
        <pc:spChg chg="mod">
          <ac:chgData name="Sudhanshu Tiwari" userId="b0de518f36dbf967" providerId="LiveId" clId="{ABA6FB30-5F49-4925-B7B7-9A38E210E107}" dt="2025-11-30T15:26:54.760" v="315" actId="2711"/>
          <ac:spMkLst>
            <pc:docMk/>
            <pc:sldMk cId="936772840" sldId="279"/>
            <ac:spMk id="11" creationId="{13234C5F-23A0-9E7F-02BE-0B82B06B8AE3}"/>
          </ac:spMkLst>
        </pc:spChg>
        <pc:picChg chg="mod">
          <ac:chgData name="Sudhanshu Tiwari" userId="b0de518f36dbf967" providerId="LiveId" clId="{ABA6FB30-5F49-4925-B7B7-9A38E210E107}" dt="2025-11-30T15:24:17.295" v="305" actId="1076"/>
          <ac:picMkLst>
            <pc:docMk/>
            <pc:sldMk cId="936772840" sldId="279"/>
            <ac:picMk id="10244" creationId="{E9797EBD-E4C2-D965-0DBA-786E2BF126AE}"/>
          </ac:picMkLst>
        </pc:picChg>
      </pc:sldChg>
      <pc:sldChg chg="addSp modSp mod">
        <pc:chgData name="Sudhanshu Tiwari" userId="b0de518f36dbf967" providerId="LiveId" clId="{ABA6FB30-5F49-4925-B7B7-9A38E210E107}" dt="2025-11-30T15:02:20.444" v="67" actId="20577"/>
        <pc:sldMkLst>
          <pc:docMk/>
          <pc:sldMk cId="2098717111" sldId="281"/>
        </pc:sldMkLst>
        <pc:spChg chg="mod">
          <ac:chgData name="Sudhanshu Tiwari" userId="b0de518f36dbf967" providerId="LiveId" clId="{ABA6FB30-5F49-4925-B7B7-9A38E210E107}" dt="2025-11-30T14:58:48.451" v="11" actId="14100"/>
          <ac:spMkLst>
            <pc:docMk/>
            <pc:sldMk cId="2098717111" sldId="281"/>
            <ac:spMk id="2" creationId="{DA5E89FB-656D-5D02-8CD2-C3A525958A2E}"/>
          </ac:spMkLst>
        </pc:spChg>
        <pc:spChg chg="mod">
          <ac:chgData name="Sudhanshu Tiwari" userId="b0de518f36dbf967" providerId="LiveId" clId="{ABA6FB30-5F49-4925-B7B7-9A38E210E107}" dt="2025-11-30T15:02:20.444" v="67" actId="20577"/>
          <ac:spMkLst>
            <pc:docMk/>
            <pc:sldMk cId="2098717111" sldId="281"/>
            <ac:spMk id="3" creationId="{306D3131-41A9-8430-27F4-B762CBE200E1}"/>
          </ac:spMkLst>
        </pc:spChg>
        <pc:spChg chg="add mod">
          <ac:chgData name="Sudhanshu Tiwari" userId="b0de518f36dbf967" providerId="LiveId" clId="{ABA6FB30-5F49-4925-B7B7-9A38E210E107}" dt="2025-11-30T15:02:16.579" v="65" actId="255"/>
          <ac:spMkLst>
            <pc:docMk/>
            <pc:sldMk cId="2098717111" sldId="281"/>
            <ac:spMk id="5" creationId="{486C1276-305C-DA5B-A112-AEDF9682FFA8}"/>
          </ac:spMkLst>
        </pc:spChg>
        <pc:picChg chg="mod">
          <ac:chgData name="Sudhanshu Tiwari" userId="b0de518f36dbf967" providerId="LiveId" clId="{ABA6FB30-5F49-4925-B7B7-9A38E210E107}" dt="2025-11-30T14:59:32.634" v="25" actId="1076"/>
          <ac:picMkLst>
            <pc:docMk/>
            <pc:sldMk cId="2098717111" sldId="281"/>
            <ac:picMk id="1026" creationId="{64AB10CC-96D2-07BB-321B-9911DE6AB41F}"/>
          </ac:picMkLst>
        </pc:picChg>
      </pc:sldChg>
      <pc:sldChg chg="addSp delSp modSp new mod ord">
        <pc:chgData name="Sudhanshu Tiwari" userId="b0de518f36dbf967" providerId="LiveId" clId="{ABA6FB30-5F49-4925-B7B7-9A38E210E107}" dt="2025-11-30T15:23:02.585" v="293"/>
        <pc:sldMkLst>
          <pc:docMk/>
          <pc:sldMk cId="2688012147" sldId="282"/>
        </pc:sldMkLst>
        <pc:spChg chg="del mod">
          <ac:chgData name="Sudhanshu Tiwari" userId="b0de518f36dbf967" providerId="LiveId" clId="{ABA6FB30-5F49-4925-B7B7-9A38E210E107}" dt="2025-11-30T15:05:51.881" v="103" actId="478"/>
          <ac:spMkLst>
            <pc:docMk/>
            <pc:sldMk cId="2688012147" sldId="282"/>
            <ac:spMk id="2" creationId="{CD4465BB-AF70-5802-C5DB-FA760CD34464}"/>
          </ac:spMkLst>
        </pc:spChg>
        <pc:spChg chg="del">
          <ac:chgData name="Sudhanshu Tiwari" userId="b0de518f36dbf967" providerId="LiveId" clId="{ABA6FB30-5F49-4925-B7B7-9A38E210E107}" dt="2025-11-30T15:05:46.277" v="101"/>
          <ac:spMkLst>
            <pc:docMk/>
            <pc:sldMk cId="2688012147" sldId="282"/>
            <ac:spMk id="3" creationId="{AB7D40BB-348A-F3D8-B5F2-AFBD404C5114}"/>
          </ac:spMkLst>
        </pc:spChg>
        <pc:spChg chg="add del mod">
          <ac:chgData name="Sudhanshu Tiwari" userId="b0de518f36dbf967" providerId="LiveId" clId="{ABA6FB30-5F49-4925-B7B7-9A38E210E107}" dt="2025-11-30T15:10:57.052" v="132" actId="478"/>
          <ac:spMkLst>
            <pc:docMk/>
            <pc:sldMk cId="2688012147" sldId="282"/>
            <ac:spMk id="5" creationId="{9D6DA07C-0A68-BE65-72EE-6823BD25290E}"/>
          </ac:spMkLst>
        </pc:spChg>
        <pc:spChg chg="add mod">
          <ac:chgData name="Sudhanshu Tiwari" userId="b0de518f36dbf967" providerId="LiveId" clId="{ABA6FB30-5F49-4925-B7B7-9A38E210E107}" dt="2025-11-30T15:06:43.625" v="115" actId="1076"/>
          <ac:spMkLst>
            <pc:docMk/>
            <pc:sldMk cId="2688012147" sldId="282"/>
            <ac:spMk id="7" creationId="{6DBD9449-C4CF-C387-B506-3481E7455580}"/>
          </ac:spMkLst>
        </pc:spChg>
        <pc:spChg chg="add mod">
          <ac:chgData name="Sudhanshu Tiwari" userId="b0de518f36dbf967" providerId="LiveId" clId="{ABA6FB30-5F49-4925-B7B7-9A38E210E107}" dt="2025-11-30T15:14:15.753" v="168" actId="1076"/>
          <ac:spMkLst>
            <pc:docMk/>
            <pc:sldMk cId="2688012147" sldId="282"/>
            <ac:spMk id="9" creationId="{F2D8B6F1-C428-CEE8-1BE8-5317A26AD750}"/>
          </ac:spMkLst>
        </pc:spChg>
        <pc:spChg chg="add mod">
          <ac:chgData name="Sudhanshu Tiwari" userId="b0de518f36dbf967" providerId="LiveId" clId="{ABA6FB30-5F49-4925-B7B7-9A38E210E107}" dt="2025-11-30T15:14:52.133" v="170" actId="1076"/>
          <ac:spMkLst>
            <pc:docMk/>
            <pc:sldMk cId="2688012147" sldId="282"/>
            <ac:spMk id="11" creationId="{BB809535-844F-8D50-4406-16FE34EE85AC}"/>
          </ac:spMkLst>
        </pc:spChg>
        <pc:graphicFrameChg chg="add mod modGraphic">
          <ac:chgData name="Sudhanshu Tiwari" userId="b0de518f36dbf967" providerId="LiveId" clId="{ABA6FB30-5F49-4925-B7B7-9A38E210E107}" dt="2025-11-30T15:15:45.449" v="180" actId="6549"/>
          <ac:graphicFrameMkLst>
            <pc:docMk/>
            <pc:sldMk cId="2688012147" sldId="282"/>
            <ac:graphicFrameMk id="4" creationId="{C8FEE2F2-2FCB-A83F-D181-6A656EE60145}"/>
          </ac:graphicFrameMkLst>
        </pc:graphicFrameChg>
      </pc:sldChg>
      <pc:sldChg chg="addSp delSp modSp new mod setBg addAnim delAnim setClrOvrMap">
        <pc:chgData name="Sudhanshu Tiwari" userId="b0de518f36dbf967" providerId="LiveId" clId="{ABA6FB30-5F49-4925-B7B7-9A38E210E107}" dt="2025-11-30T15:31:28.616" v="345" actId="26606"/>
        <pc:sldMkLst>
          <pc:docMk/>
          <pc:sldMk cId="2658942909" sldId="283"/>
        </pc:sldMkLst>
        <pc:spChg chg="mod">
          <ac:chgData name="Sudhanshu Tiwari" userId="b0de518f36dbf967" providerId="LiveId" clId="{ABA6FB30-5F49-4925-B7B7-9A38E210E107}" dt="2025-11-30T15:31:28.616" v="345" actId="26606"/>
          <ac:spMkLst>
            <pc:docMk/>
            <pc:sldMk cId="2658942909" sldId="283"/>
            <ac:spMk id="2" creationId="{E0F89DC9-D509-3855-1AEB-257A5B974932}"/>
          </ac:spMkLst>
        </pc:spChg>
        <pc:spChg chg="add del">
          <ac:chgData name="Sudhanshu Tiwari" userId="b0de518f36dbf967" providerId="LiveId" clId="{ABA6FB30-5F49-4925-B7B7-9A38E210E107}" dt="2025-11-30T15:31:15.305" v="330" actId="26606"/>
          <ac:spMkLst>
            <pc:docMk/>
            <pc:sldMk cId="2658942909" sldId="283"/>
            <ac:spMk id="11" creationId="{4FA533C5-33E3-4611-AF9F-72811D8B26A6}"/>
          </ac:spMkLst>
        </pc:spChg>
        <pc:spChg chg="add del">
          <ac:chgData name="Sudhanshu Tiwari" userId="b0de518f36dbf967" providerId="LiveId" clId="{ABA6FB30-5F49-4925-B7B7-9A38E210E107}" dt="2025-11-30T15:31:18.648" v="333" actId="26606"/>
          <ac:spMkLst>
            <pc:docMk/>
            <pc:sldMk cId="2658942909" sldId="283"/>
            <ac:spMk id="12" creationId="{989BE678-777B-482A-A616-FEDC47B162E5}"/>
          </ac:spMkLst>
        </pc:spChg>
        <pc:spChg chg="add del">
          <ac:chgData name="Sudhanshu Tiwari" userId="b0de518f36dbf967" providerId="LiveId" clId="{ABA6FB30-5F49-4925-B7B7-9A38E210E107}" dt="2025-11-30T15:31:15.305" v="330" actId="26606"/>
          <ac:spMkLst>
            <pc:docMk/>
            <pc:sldMk cId="2658942909" sldId="283"/>
            <ac:spMk id="17" creationId="{87F0FDC4-AD8C-47D9-9131-623C98ADB0AE}"/>
          </ac:spMkLst>
        </pc:spChg>
        <pc:spChg chg="add del">
          <ac:chgData name="Sudhanshu Tiwari" userId="b0de518f36dbf967" providerId="LiveId" clId="{ABA6FB30-5F49-4925-B7B7-9A38E210E107}" dt="2025-11-30T15:31:18.648" v="333" actId="26606"/>
          <ac:spMkLst>
            <pc:docMk/>
            <pc:sldMk cId="2658942909" sldId="283"/>
            <ac:spMk id="18" creationId="{D28BE0C3-2102-4820-B88B-A448B1840D14}"/>
          </ac:spMkLst>
        </pc:spChg>
        <pc:spChg chg="add del">
          <ac:chgData name="Sudhanshu Tiwari" userId="b0de518f36dbf967" providerId="LiveId" clId="{ABA6FB30-5F49-4925-B7B7-9A38E210E107}" dt="2025-11-30T15:31:15.305" v="330" actId="26606"/>
          <ac:spMkLst>
            <pc:docMk/>
            <pc:sldMk cId="2658942909" sldId="283"/>
            <ac:spMk id="19" creationId="{E6A222EB-A81E-4238-B08D-AAB1828C8E0B}"/>
          </ac:spMkLst>
        </pc:spChg>
        <pc:spChg chg="add del">
          <ac:chgData name="Sudhanshu Tiwari" userId="b0de518f36dbf967" providerId="LiveId" clId="{ABA6FB30-5F49-4925-B7B7-9A38E210E107}" dt="2025-11-30T15:31:18.648" v="333" actId="26606"/>
          <ac:spMkLst>
            <pc:docMk/>
            <pc:sldMk cId="2658942909" sldId="283"/>
            <ac:spMk id="20" creationId="{C6A81905-F480-46A4-BC10-215D24EA1AE6}"/>
          </ac:spMkLst>
        </pc:spChg>
        <pc:spChg chg="add del">
          <ac:chgData name="Sudhanshu Tiwari" userId="b0de518f36dbf967" providerId="LiveId" clId="{ABA6FB30-5F49-4925-B7B7-9A38E210E107}" dt="2025-11-30T15:31:15.305" v="330" actId="26606"/>
          <ac:spMkLst>
            <pc:docMk/>
            <pc:sldMk cId="2658942909" sldId="283"/>
            <ac:spMk id="21" creationId="{E014676C-074B-475A-8346-9C901C86CB97}"/>
          </ac:spMkLst>
        </pc:spChg>
        <pc:spChg chg="add del">
          <ac:chgData name="Sudhanshu Tiwari" userId="b0de518f36dbf967" providerId="LiveId" clId="{ABA6FB30-5F49-4925-B7B7-9A38E210E107}" dt="2025-11-30T15:31:18.648" v="333" actId="26606"/>
          <ac:spMkLst>
            <pc:docMk/>
            <pc:sldMk cId="2658942909" sldId="283"/>
            <ac:spMk id="22" creationId="{36FD4D9D-3784-41E8-8405-A42B72F51331}"/>
          </ac:spMkLst>
        </pc:spChg>
        <pc:spChg chg="add del">
          <ac:chgData name="Sudhanshu Tiwari" userId="b0de518f36dbf967" providerId="LiveId" clId="{ABA6FB30-5F49-4925-B7B7-9A38E210E107}" dt="2025-11-30T15:31:18.648" v="333" actId="26606"/>
          <ac:spMkLst>
            <pc:docMk/>
            <pc:sldMk cId="2658942909" sldId="283"/>
            <ac:spMk id="24" creationId="{60817A52-B891-4228-A61E-0C0A57632DDA}"/>
          </ac:spMkLst>
        </pc:spChg>
        <pc:spChg chg="add del">
          <ac:chgData name="Sudhanshu Tiwari" userId="b0de518f36dbf967" providerId="LiveId" clId="{ABA6FB30-5F49-4925-B7B7-9A38E210E107}" dt="2025-11-30T15:31:21.122" v="337" actId="26606"/>
          <ac:spMkLst>
            <pc:docMk/>
            <pc:sldMk cId="2658942909" sldId="283"/>
            <ac:spMk id="25" creationId="{09811DF6-66E4-43D5-B564-3151796531ED}"/>
          </ac:spMkLst>
        </pc:spChg>
        <pc:spChg chg="add del">
          <ac:chgData name="Sudhanshu Tiwari" userId="b0de518f36dbf967" providerId="LiveId" clId="{ABA6FB30-5F49-4925-B7B7-9A38E210E107}" dt="2025-11-30T15:31:21.122" v="337" actId="26606"/>
          <ac:spMkLst>
            <pc:docMk/>
            <pc:sldMk cId="2658942909" sldId="283"/>
            <ac:spMk id="27" creationId="{60817A52-B891-4228-A61E-0C0A57632DDA}"/>
          </ac:spMkLst>
        </pc:spChg>
        <pc:spChg chg="add del">
          <ac:chgData name="Sudhanshu Tiwari" userId="b0de518f36dbf967" providerId="LiveId" clId="{ABA6FB30-5F49-4925-B7B7-9A38E210E107}" dt="2025-11-30T15:31:21.122" v="337" actId="26606"/>
          <ac:spMkLst>
            <pc:docMk/>
            <pc:sldMk cId="2658942909" sldId="283"/>
            <ac:spMk id="29" creationId="{4AC0CD9D-7610-4620-93B4-798CCD9AB581}"/>
          </ac:spMkLst>
        </pc:spChg>
        <pc:spChg chg="add del">
          <ac:chgData name="Sudhanshu Tiwari" userId="b0de518f36dbf967" providerId="LiveId" clId="{ABA6FB30-5F49-4925-B7B7-9A38E210E107}" dt="2025-11-30T15:31:21.122" v="337" actId="26606"/>
          <ac:spMkLst>
            <pc:docMk/>
            <pc:sldMk cId="2658942909" sldId="283"/>
            <ac:spMk id="32" creationId="{DE4D62F9-188E-4530-84C2-24BDEE4BEB82}"/>
          </ac:spMkLst>
        </pc:spChg>
        <pc:spChg chg="add del">
          <ac:chgData name="Sudhanshu Tiwari" userId="b0de518f36dbf967" providerId="LiveId" clId="{ABA6FB30-5F49-4925-B7B7-9A38E210E107}" dt="2025-11-30T15:31:21.122" v="337" actId="26606"/>
          <ac:spMkLst>
            <pc:docMk/>
            <pc:sldMk cId="2658942909" sldId="283"/>
            <ac:spMk id="33" creationId="{C6A81905-F480-46A4-BC10-215D24EA1AE6}"/>
          </ac:spMkLst>
        </pc:spChg>
        <pc:spChg chg="add del">
          <ac:chgData name="Sudhanshu Tiwari" userId="b0de518f36dbf967" providerId="LiveId" clId="{ABA6FB30-5F49-4925-B7B7-9A38E210E107}" dt="2025-11-30T15:31:21.122" v="337" actId="26606"/>
          <ac:spMkLst>
            <pc:docMk/>
            <pc:sldMk cId="2658942909" sldId="283"/>
            <ac:spMk id="34" creationId="{36FD4D9D-3784-41E8-8405-A42B72F51331}"/>
          </ac:spMkLst>
        </pc:spChg>
        <pc:spChg chg="add del">
          <ac:chgData name="Sudhanshu Tiwari" userId="b0de518f36dbf967" providerId="LiveId" clId="{ABA6FB30-5F49-4925-B7B7-9A38E210E107}" dt="2025-11-30T15:31:24.655" v="340" actId="26606"/>
          <ac:spMkLst>
            <pc:docMk/>
            <pc:sldMk cId="2658942909" sldId="283"/>
            <ac:spMk id="38" creationId="{989BE678-777B-482A-A616-FEDC47B162E5}"/>
          </ac:spMkLst>
        </pc:spChg>
        <pc:spChg chg="add del">
          <ac:chgData name="Sudhanshu Tiwari" userId="b0de518f36dbf967" providerId="LiveId" clId="{ABA6FB30-5F49-4925-B7B7-9A38E210E107}" dt="2025-11-30T15:31:24.655" v="340" actId="26606"/>
          <ac:spMkLst>
            <pc:docMk/>
            <pc:sldMk cId="2658942909" sldId="283"/>
            <ac:spMk id="41" creationId="{D28BE0C3-2102-4820-B88B-A448B1840D14}"/>
          </ac:spMkLst>
        </pc:spChg>
        <pc:spChg chg="add del">
          <ac:chgData name="Sudhanshu Tiwari" userId="b0de518f36dbf967" providerId="LiveId" clId="{ABA6FB30-5F49-4925-B7B7-9A38E210E107}" dt="2025-11-30T15:31:24.655" v="340" actId="26606"/>
          <ac:spMkLst>
            <pc:docMk/>
            <pc:sldMk cId="2658942909" sldId="283"/>
            <ac:spMk id="42" creationId="{C6A81905-F480-46A4-BC10-215D24EA1AE6}"/>
          </ac:spMkLst>
        </pc:spChg>
        <pc:spChg chg="add del">
          <ac:chgData name="Sudhanshu Tiwari" userId="b0de518f36dbf967" providerId="LiveId" clId="{ABA6FB30-5F49-4925-B7B7-9A38E210E107}" dt="2025-11-30T15:31:24.655" v="340" actId="26606"/>
          <ac:spMkLst>
            <pc:docMk/>
            <pc:sldMk cId="2658942909" sldId="283"/>
            <ac:spMk id="43" creationId="{36FD4D9D-3784-41E8-8405-A42B72F51331}"/>
          </ac:spMkLst>
        </pc:spChg>
        <pc:spChg chg="add del">
          <ac:chgData name="Sudhanshu Tiwari" userId="b0de518f36dbf967" providerId="LiveId" clId="{ABA6FB30-5F49-4925-B7B7-9A38E210E107}" dt="2025-11-30T15:31:24.655" v="340" actId="26606"/>
          <ac:spMkLst>
            <pc:docMk/>
            <pc:sldMk cId="2658942909" sldId="283"/>
            <ac:spMk id="45" creationId="{60817A52-B891-4228-A61E-0C0A57632DDA}"/>
          </ac:spMkLst>
        </pc:spChg>
        <pc:spChg chg="add del">
          <ac:chgData name="Sudhanshu Tiwari" userId="b0de518f36dbf967" providerId="LiveId" clId="{ABA6FB30-5F49-4925-B7B7-9A38E210E107}" dt="2025-11-30T15:31:26.761" v="342" actId="26606"/>
          <ac:spMkLst>
            <pc:docMk/>
            <pc:sldMk cId="2658942909" sldId="283"/>
            <ac:spMk id="49" creationId="{4AC0CD9D-7610-4620-93B4-798CCD9AB581}"/>
          </ac:spMkLst>
        </pc:spChg>
        <pc:spChg chg="add del">
          <ac:chgData name="Sudhanshu Tiwari" userId="b0de518f36dbf967" providerId="LiveId" clId="{ABA6FB30-5F49-4925-B7B7-9A38E210E107}" dt="2025-11-30T15:31:26.761" v="342" actId="26606"/>
          <ac:spMkLst>
            <pc:docMk/>
            <pc:sldMk cId="2658942909" sldId="283"/>
            <ac:spMk id="52" creationId="{DE4D62F9-188E-4530-84C2-24BDEE4BEB82}"/>
          </ac:spMkLst>
        </pc:spChg>
        <pc:spChg chg="add del">
          <ac:chgData name="Sudhanshu Tiwari" userId="b0de518f36dbf967" providerId="LiveId" clId="{ABA6FB30-5F49-4925-B7B7-9A38E210E107}" dt="2025-11-30T15:31:26.761" v="342" actId="26606"/>
          <ac:spMkLst>
            <pc:docMk/>
            <pc:sldMk cId="2658942909" sldId="283"/>
            <ac:spMk id="53" creationId="{C72330AA-E11E-458E-8798-12C7F77383B8}"/>
          </ac:spMkLst>
        </pc:spChg>
        <pc:spChg chg="add del">
          <ac:chgData name="Sudhanshu Tiwari" userId="b0de518f36dbf967" providerId="LiveId" clId="{ABA6FB30-5F49-4925-B7B7-9A38E210E107}" dt="2025-11-30T15:31:26.761" v="342" actId="26606"/>
          <ac:spMkLst>
            <pc:docMk/>
            <pc:sldMk cId="2658942909" sldId="283"/>
            <ac:spMk id="54" creationId="{A6BDC1B0-0C91-4230-BFEB-9C8ED19B9A3A}"/>
          </ac:spMkLst>
        </pc:spChg>
        <pc:spChg chg="add del">
          <ac:chgData name="Sudhanshu Tiwari" userId="b0de518f36dbf967" providerId="LiveId" clId="{ABA6FB30-5F49-4925-B7B7-9A38E210E107}" dt="2025-11-30T15:31:26.761" v="342" actId="26606"/>
          <ac:spMkLst>
            <pc:docMk/>
            <pc:sldMk cId="2658942909" sldId="283"/>
            <ac:spMk id="55" creationId="{68E0A26E-4EA8-4E6C-97A2-7B6C1C13F8CF}"/>
          </ac:spMkLst>
        </pc:spChg>
        <pc:spChg chg="add del">
          <ac:chgData name="Sudhanshu Tiwari" userId="b0de518f36dbf967" providerId="LiveId" clId="{ABA6FB30-5F49-4925-B7B7-9A38E210E107}" dt="2025-11-30T15:31:26.761" v="342" actId="26606"/>
          <ac:spMkLst>
            <pc:docMk/>
            <pc:sldMk cId="2658942909" sldId="283"/>
            <ac:spMk id="56" creationId="{C1841CC0-B7A9-4828-B82F-9C6B433BDCAE}"/>
          </ac:spMkLst>
        </pc:spChg>
        <pc:spChg chg="add del">
          <ac:chgData name="Sudhanshu Tiwari" userId="b0de518f36dbf967" providerId="LiveId" clId="{ABA6FB30-5F49-4925-B7B7-9A38E210E107}" dt="2025-11-30T15:31:28.572" v="344" actId="26606"/>
          <ac:spMkLst>
            <pc:docMk/>
            <pc:sldMk cId="2658942909" sldId="283"/>
            <ac:spMk id="67" creationId="{4FA533C5-33E3-4611-AF9F-72811D8B26A6}"/>
          </ac:spMkLst>
        </pc:spChg>
        <pc:spChg chg="add del">
          <ac:chgData name="Sudhanshu Tiwari" userId="b0de518f36dbf967" providerId="LiveId" clId="{ABA6FB30-5F49-4925-B7B7-9A38E210E107}" dt="2025-11-30T15:31:28.572" v="344" actId="26606"/>
          <ac:spMkLst>
            <pc:docMk/>
            <pc:sldMk cId="2658942909" sldId="283"/>
            <ac:spMk id="70" creationId="{87F0FDC4-AD8C-47D9-9131-623C98ADB0AE}"/>
          </ac:spMkLst>
        </pc:spChg>
        <pc:spChg chg="add del">
          <ac:chgData name="Sudhanshu Tiwari" userId="b0de518f36dbf967" providerId="LiveId" clId="{ABA6FB30-5F49-4925-B7B7-9A38E210E107}" dt="2025-11-30T15:31:28.572" v="344" actId="26606"/>
          <ac:spMkLst>
            <pc:docMk/>
            <pc:sldMk cId="2658942909" sldId="283"/>
            <ac:spMk id="71" creationId="{DE27238C-8EAF-4098-86E6-7723B7DAE601}"/>
          </ac:spMkLst>
        </pc:spChg>
        <pc:spChg chg="add del">
          <ac:chgData name="Sudhanshu Tiwari" userId="b0de518f36dbf967" providerId="LiveId" clId="{ABA6FB30-5F49-4925-B7B7-9A38E210E107}" dt="2025-11-30T15:31:28.572" v="344" actId="26606"/>
          <ac:spMkLst>
            <pc:docMk/>
            <pc:sldMk cId="2658942909" sldId="283"/>
            <ac:spMk id="72" creationId="{992F97B1-1891-4FCC-9E5F-BA97EDB48F89}"/>
          </ac:spMkLst>
        </pc:spChg>
        <pc:spChg chg="add del">
          <ac:chgData name="Sudhanshu Tiwari" userId="b0de518f36dbf967" providerId="LiveId" clId="{ABA6FB30-5F49-4925-B7B7-9A38E210E107}" dt="2025-11-30T15:31:28.572" v="344" actId="26606"/>
          <ac:spMkLst>
            <pc:docMk/>
            <pc:sldMk cId="2658942909" sldId="283"/>
            <ac:spMk id="73" creationId="{78C6C821-FEE1-4EB6-9590-C021440C77DE}"/>
          </ac:spMkLst>
        </pc:spChg>
        <pc:spChg chg="add del">
          <ac:chgData name="Sudhanshu Tiwari" userId="b0de518f36dbf967" providerId="LiveId" clId="{ABA6FB30-5F49-4925-B7B7-9A38E210E107}" dt="2025-11-30T15:31:28.572" v="344" actId="26606"/>
          <ac:spMkLst>
            <pc:docMk/>
            <pc:sldMk cId="2658942909" sldId="283"/>
            <ac:spMk id="74" creationId="{B61A74B3-E247-44D4-8C48-FAE8E2056401}"/>
          </ac:spMkLst>
        </pc:spChg>
        <pc:spChg chg="add">
          <ac:chgData name="Sudhanshu Tiwari" userId="b0de518f36dbf967" providerId="LiveId" clId="{ABA6FB30-5F49-4925-B7B7-9A38E210E107}" dt="2025-11-30T15:31:28.616" v="345" actId="26606"/>
          <ac:spMkLst>
            <pc:docMk/>
            <pc:sldMk cId="2658942909" sldId="283"/>
            <ac:spMk id="78" creationId="{4FA533C5-33E3-4611-AF9F-72811D8B26A6}"/>
          </ac:spMkLst>
        </pc:spChg>
        <pc:spChg chg="add">
          <ac:chgData name="Sudhanshu Tiwari" userId="b0de518f36dbf967" providerId="LiveId" clId="{ABA6FB30-5F49-4925-B7B7-9A38E210E107}" dt="2025-11-30T15:31:28.616" v="345" actId="26606"/>
          <ac:spMkLst>
            <pc:docMk/>
            <pc:sldMk cId="2658942909" sldId="283"/>
            <ac:spMk id="81" creationId="{87F0FDC4-AD8C-47D9-9131-623C98ADB0AE}"/>
          </ac:spMkLst>
        </pc:spChg>
        <pc:spChg chg="add">
          <ac:chgData name="Sudhanshu Tiwari" userId="b0de518f36dbf967" providerId="LiveId" clId="{ABA6FB30-5F49-4925-B7B7-9A38E210E107}" dt="2025-11-30T15:31:28.616" v="345" actId="26606"/>
          <ac:spMkLst>
            <pc:docMk/>
            <pc:sldMk cId="2658942909" sldId="283"/>
            <ac:spMk id="82" creationId="{E6A222EB-A81E-4238-B08D-AAB1828C8E0B}"/>
          </ac:spMkLst>
        </pc:spChg>
        <pc:spChg chg="add">
          <ac:chgData name="Sudhanshu Tiwari" userId="b0de518f36dbf967" providerId="LiveId" clId="{ABA6FB30-5F49-4925-B7B7-9A38E210E107}" dt="2025-11-30T15:31:28.616" v="345" actId="26606"/>
          <ac:spMkLst>
            <pc:docMk/>
            <pc:sldMk cId="2658942909" sldId="283"/>
            <ac:spMk id="83" creationId="{E014676C-074B-475A-8346-9C901C86CB97}"/>
          </ac:spMkLst>
        </pc:spChg>
        <pc:picChg chg="add del">
          <ac:chgData name="Sudhanshu Tiwari" userId="b0de518f36dbf967" providerId="LiveId" clId="{ABA6FB30-5F49-4925-B7B7-9A38E210E107}" dt="2025-11-30T15:31:18.648" v="333" actId="26606"/>
          <ac:picMkLst>
            <pc:docMk/>
            <pc:sldMk cId="2658942909" sldId="283"/>
            <ac:picMk id="4" creationId="{2809B102-1D38-685A-F652-BED4AAD9B372}"/>
          </ac:picMkLst>
        </pc:picChg>
        <pc:picChg chg="add del">
          <ac:chgData name="Sudhanshu Tiwari" userId="b0de518f36dbf967" providerId="LiveId" clId="{ABA6FB30-5F49-4925-B7B7-9A38E210E107}" dt="2025-11-30T15:31:15.305" v="330" actId="26606"/>
          <ac:picMkLst>
            <pc:docMk/>
            <pc:sldMk cId="2658942909" sldId="283"/>
            <ac:picMk id="7" creationId="{91B28F63-CF00-448F-B141-FE33C33B1891}"/>
          </ac:picMkLst>
        </pc:picChg>
        <pc:picChg chg="add del">
          <ac:chgData name="Sudhanshu Tiwari" userId="b0de518f36dbf967" providerId="LiveId" clId="{ABA6FB30-5F49-4925-B7B7-9A38E210E107}" dt="2025-11-30T15:31:18.648" v="333" actId="26606"/>
          <ac:picMkLst>
            <pc:docMk/>
            <pc:sldMk cId="2658942909" sldId="283"/>
            <ac:picMk id="8" creationId="{DF19BAF3-7E20-4B9D-B544-BABAEEA1FA75}"/>
          </ac:picMkLst>
        </pc:picChg>
        <pc:picChg chg="add del">
          <ac:chgData name="Sudhanshu Tiwari" userId="b0de518f36dbf967" providerId="LiveId" clId="{ABA6FB30-5F49-4925-B7B7-9A38E210E107}" dt="2025-11-30T15:31:15.305" v="330" actId="26606"/>
          <ac:picMkLst>
            <pc:docMk/>
            <pc:sldMk cId="2658942909" sldId="283"/>
            <ac:picMk id="9" creationId="{2AE609E2-8522-44E4-9077-980E5BCF3E14}"/>
          </ac:picMkLst>
        </pc:picChg>
        <pc:picChg chg="add del">
          <ac:chgData name="Sudhanshu Tiwari" userId="b0de518f36dbf967" providerId="LiveId" clId="{ABA6FB30-5F49-4925-B7B7-9A38E210E107}" dt="2025-11-30T15:31:15.305" v="330" actId="26606"/>
          <ac:picMkLst>
            <pc:docMk/>
            <pc:sldMk cId="2658942909" sldId="283"/>
            <ac:picMk id="13" creationId="{8949AD42-25FD-4C3D-9EEE-B7FEC5809988}"/>
          </ac:picMkLst>
        </pc:picChg>
        <pc:picChg chg="add del">
          <ac:chgData name="Sudhanshu Tiwari" userId="b0de518f36dbf967" providerId="LiveId" clId="{ABA6FB30-5F49-4925-B7B7-9A38E210E107}" dt="2025-11-30T15:31:18.648" v="333" actId="26606"/>
          <ac:picMkLst>
            <pc:docMk/>
            <pc:sldMk cId="2658942909" sldId="283"/>
            <ac:picMk id="14" creationId="{CF1EB4BD-9C7E-4AA3-9681-C7EB0DA6250B}"/>
          </ac:picMkLst>
        </pc:picChg>
        <pc:picChg chg="add del">
          <ac:chgData name="Sudhanshu Tiwari" userId="b0de518f36dbf967" providerId="LiveId" clId="{ABA6FB30-5F49-4925-B7B7-9A38E210E107}" dt="2025-11-30T15:31:15.305" v="330" actId="26606"/>
          <ac:picMkLst>
            <pc:docMk/>
            <pc:sldMk cId="2658942909" sldId="283"/>
            <ac:picMk id="15" creationId="{6AC7D913-60B7-4603-881B-831DA5D3A940}"/>
          </ac:picMkLst>
        </pc:picChg>
        <pc:picChg chg="add del">
          <ac:chgData name="Sudhanshu Tiwari" userId="b0de518f36dbf967" providerId="LiveId" clId="{ABA6FB30-5F49-4925-B7B7-9A38E210E107}" dt="2025-11-30T15:31:18.648" v="333" actId="26606"/>
          <ac:picMkLst>
            <pc:docMk/>
            <pc:sldMk cId="2658942909" sldId="283"/>
            <ac:picMk id="16" creationId="{94AAE3AA-3759-4D28-B0EF-575F25A5146C}"/>
          </ac:picMkLst>
        </pc:picChg>
        <pc:picChg chg="add del">
          <ac:chgData name="Sudhanshu Tiwari" userId="b0de518f36dbf967" providerId="LiveId" clId="{ABA6FB30-5F49-4925-B7B7-9A38E210E107}" dt="2025-11-30T15:31:21.122" v="337" actId="26606"/>
          <ac:picMkLst>
            <pc:docMk/>
            <pc:sldMk cId="2658942909" sldId="283"/>
            <ac:picMk id="26" creationId="{41B68C77-138E-4BF7-A276-BD0C78A4219F}"/>
          </ac:picMkLst>
        </pc:picChg>
        <pc:picChg chg="add del">
          <ac:chgData name="Sudhanshu Tiwari" userId="b0de518f36dbf967" providerId="LiveId" clId="{ABA6FB30-5F49-4925-B7B7-9A38E210E107}" dt="2025-11-30T15:31:21.122" v="337" actId="26606"/>
          <ac:picMkLst>
            <pc:docMk/>
            <pc:sldMk cId="2658942909" sldId="283"/>
            <ac:picMk id="28" creationId="{7C268552-D473-46ED-B1B8-422042C4DEF1}"/>
          </ac:picMkLst>
        </pc:picChg>
        <pc:picChg chg="add del">
          <ac:chgData name="Sudhanshu Tiwari" userId="b0de518f36dbf967" providerId="LiveId" clId="{ABA6FB30-5F49-4925-B7B7-9A38E210E107}" dt="2025-11-30T15:31:21.122" v="337" actId="26606"/>
          <ac:picMkLst>
            <pc:docMk/>
            <pc:sldMk cId="2658942909" sldId="283"/>
            <ac:picMk id="31" creationId="{69F01145-BEA3-4CBF-AA21-10077B948CA8}"/>
          </ac:picMkLst>
        </pc:picChg>
        <pc:picChg chg="add del">
          <ac:chgData name="Sudhanshu Tiwari" userId="b0de518f36dbf967" providerId="LiveId" clId="{ABA6FB30-5F49-4925-B7B7-9A38E210E107}" dt="2025-11-30T15:31:24.655" v="340" actId="26606"/>
          <ac:picMkLst>
            <pc:docMk/>
            <pc:sldMk cId="2658942909" sldId="283"/>
            <ac:picMk id="36" creationId="{DF19BAF3-7E20-4B9D-B544-BABAEEA1FA75}"/>
          </ac:picMkLst>
        </pc:picChg>
        <pc:picChg chg="add del">
          <ac:chgData name="Sudhanshu Tiwari" userId="b0de518f36dbf967" providerId="LiveId" clId="{ABA6FB30-5F49-4925-B7B7-9A38E210E107}" dt="2025-11-30T15:31:24.655" v="340" actId="26606"/>
          <ac:picMkLst>
            <pc:docMk/>
            <pc:sldMk cId="2658942909" sldId="283"/>
            <ac:picMk id="37" creationId="{950648F4-ABCD-4DF0-8641-76CFB2354721}"/>
          </ac:picMkLst>
        </pc:picChg>
        <pc:picChg chg="add del">
          <ac:chgData name="Sudhanshu Tiwari" userId="b0de518f36dbf967" providerId="LiveId" clId="{ABA6FB30-5F49-4925-B7B7-9A38E210E107}" dt="2025-11-30T15:31:24.655" v="340" actId="26606"/>
          <ac:picMkLst>
            <pc:docMk/>
            <pc:sldMk cId="2658942909" sldId="283"/>
            <ac:picMk id="39" creationId="{CF1EB4BD-9C7E-4AA3-9681-C7EB0DA6250B}"/>
          </ac:picMkLst>
        </pc:picChg>
        <pc:picChg chg="add del">
          <ac:chgData name="Sudhanshu Tiwari" userId="b0de518f36dbf967" providerId="LiveId" clId="{ABA6FB30-5F49-4925-B7B7-9A38E210E107}" dt="2025-11-30T15:31:24.655" v="340" actId="26606"/>
          <ac:picMkLst>
            <pc:docMk/>
            <pc:sldMk cId="2658942909" sldId="283"/>
            <ac:picMk id="40" creationId="{94AAE3AA-3759-4D28-B0EF-575F25A5146C}"/>
          </ac:picMkLst>
        </pc:picChg>
        <pc:picChg chg="add del">
          <ac:chgData name="Sudhanshu Tiwari" userId="b0de518f36dbf967" providerId="LiveId" clId="{ABA6FB30-5F49-4925-B7B7-9A38E210E107}" dt="2025-11-30T15:31:26.761" v="342" actId="26606"/>
          <ac:picMkLst>
            <pc:docMk/>
            <pc:sldMk cId="2658942909" sldId="283"/>
            <ac:picMk id="48" creationId="{7C268552-D473-46ED-B1B8-422042C4DEF1}"/>
          </ac:picMkLst>
        </pc:picChg>
        <pc:picChg chg="add del">
          <ac:chgData name="Sudhanshu Tiwari" userId="b0de518f36dbf967" providerId="LiveId" clId="{ABA6FB30-5F49-4925-B7B7-9A38E210E107}" dt="2025-11-30T15:31:26.761" v="342" actId="26606"/>
          <ac:picMkLst>
            <pc:docMk/>
            <pc:sldMk cId="2658942909" sldId="283"/>
            <ac:picMk id="50" creationId="{B9238B3E-24AA-439A-B527-6C5DF6D72145}"/>
          </ac:picMkLst>
        </pc:picChg>
        <pc:picChg chg="add del">
          <ac:chgData name="Sudhanshu Tiwari" userId="b0de518f36dbf967" providerId="LiveId" clId="{ABA6FB30-5F49-4925-B7B7-9A38E210E107}" dt="2025-11-30T15:31:26.761" v="342" actId="26606"/>
          <ac:picMkLst>
            <pc:docMk/>
            <pc:sldMk cId="2658942909" sldId="283"/>
            <ac:picMk id="63" creationId="{3CA83D2B-FDF1-D2D4-1288-DF83129579F9}"/>
          </ac:picMkLst>
        </pc:picChg>
        <pc:picChg chg="add del">
          <ac:chgData name="Sudhanshu Tiwari" userId="b0de518f36dbf967" providerId="LiveId" clId="{ABA6FB30-5F49-4925-B7B7-9A38E210E107}" dt="2025-11-30T15:31:28.572" v="344" actId="26606"/>
          <ac:picMkLst>
            <pc:docMk/>
            <pc:sldMk cId="2658942909" sldId="283"/>
            <ac:picMk id="66" creationId="{2AE609E2-8522-44E4-9077-980E5BCF3E14}"/>
          </ac:picMkLst>
        </pc:picChg>
        <pc:picChg chg="add del">
          <ac:chgData name="Sudhanshu Tiwari" userId="b0de518f36dbf967" providerId="LiveId" clId="{ABA6FB30-5F49-4925-B7B7-9A38E210E107}" dt="2025-11-30T15:31:28.572" v="344" actId="26606"/>
          <ac:picMkLst>
            <pc:docMk/>
            <pc:sldMk cId="2658942909" sldId="283"/>
            <ac:picMk id="68" creationId="{8949AD42-25FD-4C3D-9EEE-B7FEC5809988}"/>
          </ac:picMkLst>
        </pc:picChg>
        <pc:picChg chg="add del">
          <ac:chgData name="Sudhanshu Tiwari" userId="b0de518f36dbf967" providerId="LiveId" clId="{ABA6FB30-5F49-4925-B7B7-9A38E210E107}" dt="2025-11-30T15:31:28.572" v="344" actId="26606"/>
          <ac:picMkLst>
            <pc:docMk/>
            <pc:sldMk cId="2658942909" sldId="283"/>
            <ac:picMk id="69" creationId="{6AC7D913-60B7-4603-881B-831DA5D3A940}"/>
          </ac:picMkLst>
        </pc:picChg>
        <pc:picChg chg="add">
          <ac:chgData name="Sudhanshu Tiwari" userId="b0de518f36dbf967" providerId="LiveId" clId="{ABA6FB30-5F49-4925-B7B7-9A38E210E107}" dt="2025-11-30T15:31:28.616" v="345" actId="26606"/>
          <ac:picMkLst>
            <pc:docMk/>
            <pc:sldMk cId="2658942909" sldId="283"/>
            <ac:picMk id="76" creationId="{91B28F63-CF00-448F-B141-FE33C33B1891}"/>
          </ac:picMkLst>
        </pc:picChg>
        <pc:picChg chg="add">
          <ac:chgData name="Sudhanshu Tiwari" userId="b0de518f36dbf967" providerId="LiveId" clId="{ABA6FB30-5F49-4925-B7B7-9A38E210E107}" dt="2025-11-30T15:31:28.616" v="345" actId="26606"/>
          <ac:picMkLst>
            <pc:docMk/>
            <pc:sldMk cId="2658942909" sldId="283"/>
            <ac:picMk id="77" creationId="{2AE609E2-8522-44E4-9077-980E5BCF3E14}"/>
          </ac:picMkLst>
        </pc:picChg>
        <pc:picChg chg="add">
          <ac:chgData name="Sudhanshu Tiwari" userId="b0de518f36dbf967" providerId="LiveId" clId="{ABA6FB30-5F49-4925-B7B7-9A38E210E107}" dt="2025-11-30T15:31:28.616" v="345" actId="26606"/>
          <ac:picMkLst>
            <pc:docMk/>
            <pc:sldMk cId="2658942909" sldId="283"/>
            <ac:picMk id="79" creationId="{8949AD42-25FD-4C3D-9EEE-B7FEC5809988}"/>
          </ac:picMkLst>
        </pc:picChg>
        <pc:picChg chg="add">
          <ac:chgData name="Sudhanshu Tiwari" userId="b0de518f36dbf967" providerId="LiveId" clId="{ABA6FB30-5F49-4925-B7B7-9A38E210E107}" dt="2025-11-30T15:31:28.616" v="345" actId="26606"/>
          <ac:picMkLst>
            <pc:docMk/>
            <pc:sldMk cId="2658942909" sldId="283"/>
            <ac:picMk id="80" creationId="{6AC7D913-60B7-4603-881B-831DA5D3A940}"/>
          </ac:picMkLst>
        </pc:picChg>
        <pc:cxnChg chg="add del">
          <ac:chgData name="Sudhanshu Tiwari" userId="b0de518f36dbf967" providerId="LiveId" clId="{ABA6FB30-5F49-4925-B7B7-9A38E210E107}" dt="2025-11-30T15:31:15.305" v="330" actId="26606"/>
          <ac:cxnSpMkLst>
            <pc:docMk/>
            <pc:sldMk cId="2658942909" sldId="283"/>
            <ac:cxnSpMk id="23" creationId="{179C4C8E-197B-4679-AE96-B5147F971C90}"/>
          </ac:cxnSpMkLst>
        </pc:cxnChg>
        <pc:cxnChg chg="add">
          <ac:chgData name="Sudhanshu Tiwari" userId="b0de518f36dbf967" providerId="LiveId" clId="{ABA6FB30-5F49-4925-B7B7-9A38E210E107}" dt="2025-11-30T15:31:28.616" v="345" actId="26606"/>
          <ac:cxnSpMkLst>
            <pc:docMk/>
            <pc:sldMk cId="2658942909" sldId="283"/>
            <ac:cxnSpMk id="84" creationId="{179C4C8E-197B-4679-AE96-B5147F971C90}"/>
          </ac:cxnSpMkLst>
        </pc:cxn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93A4D2-D0B7-4EC4-8C15-2FE508ECE2F6}"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91426BCE-6AD8-4F73-A9AF-5DCF2B64E68D}">
      <dgm:prSet/>
      <dgm:spPr/>
      <dgm:t>
        <a:bodyPr/>
        <a:lstStyle/>
        <a:p>
          <a:r>
            <a:rPr lang="en-US" b="0" i="0" dirty="0"/>
            <a:t>R² Score : -0.04</a:t>
          </a:r>
          <a:endParaRPr lang="en-US" dirty="0"/>
        </a:p>
      </dgm:t>
    </dgm:pt>
    <dgm:pt modelId="{A5D80EAA-5622-4370-8494-7F8E47025629}" type="parTrans" cxnId="{B3298777-803A-495C-B6FF-0D9873E1A240}">
      <dgm:prSet/>
      <dgm:spPr/>
      <dgm:t>
        <a:bodyPr/>
        <a:lstStyle/>
        <a:p>
          <a:endParaRPr lang="en-US"/>
        </a:p>
      </dgm:t>
    </dgm:pt>
    <dgm:pt modelId="{D822B957-BB1D-42B9-A62A-AE04CDCFB4BE}" type="sibTrans" cxnId="{B3298777-803A-495C-B6FF-0D9873E1A240}">
      <dgm:prSet/>
      <dgm:spPr/>
      <dgm:t>
        <a:bodyPr/>
        <a:lstStyle/>
        <a:p>
          <a:endParaRPr lang="en-US"/>
        </a:p>
      </dgm:t>
    </dgm:pt>
    <dgm:pt modelId="{739C5429-BE3F-43C9-9BB9-BEE024F19783}">
      <dgm:prSet/>
      <dgm:spPr/>
      <dgm:t>
        <a:bodyPr/>
        <a:lstStyle/>
        <a:p>
          <a:r>
            <a:rPr lang="en-US" b="0" i="0"/>
            <a:t>MAE  : 14589.28</a:t>
          </a:r>
          <a:endParaRPr lang="en-US"/>
        </a:p>
      </dgm:t>
    </dgm:pt>
    <dgm:pt modelId="{21E95308-B06A-425B-BDEE-3E06B93C814E}" type="parTrans" cxnId="{5B847C00-CBDF-4810-8AB4-79D15D42D623}">
      <dgm:prSet/>
      <dgm:spPr/>
      <dgm:t>
        <a:bodyPr/>
        <a:lstStyle/>
        <a:p>
          <a:endParaRPr lang="en-US"/>
        </a:p>
      </dgm:t>
    </dgm:pt>
    <dgm:pt modelId="{BC4B3916-36A7-4593-A606-C37543B4811E}" type="sibTrans" cxnId="{5B847C00-CBDF-4810-8AB4-79D15D42D623}">
      <dgm:prSet/>
      <dgm:spPr/>
      <dgm:t>
        <a:bodyPr/>
        <a:lstStyle/>
        <a:p>
          <a:endParaRPr lang="en-US"/>
        </a:p>
      </dgm:t>
    </dgm:pt>
    <dgm:pt modelId="{E8A26C4B-BD20-4937-BD04-795A7609659A}">
      <dgm:prSet/>
      <dgm:spPr/>
      <dgm:t>
        <a:bodyPr/>
        <a:lstStyle/>
        <a:p>
          <a:r>
            <a:rPr lang="en-US" b="0" i="0"/>
            <a:t>RMSE : 19417.38</a:t>
          </a:r>
          <a:endParaRPr lang="en-US"/>
        </a:p>
      </dgm:t>
    </dgm:pt>
    <dgm:pt modelId="{9A105671-2694-4B82-BA56-7E02D1EFE94B}" type="parTrans" cxnId="{8E3D16BB-8ABB-49A0-BD30-6ED2597A2783}">
      <dgm:prSet/>
      <dgm:spPr/>
      <dgm:t>
        <a:bodyPr/>
        <a:lstStyle/>
        <a:p>
          <a:endParaRPr lang="en-US"/>
        </a:p>
      </dgm:t>
    </dgm:pt>
    <dgm:pt modelId="{77170D4A-FA90-49F6-8263-79FD40F4D9F4}" type="sibTrans" cxnId="{8E3D16BB-8ABB-49A0-BD30-6ED2597A2783}">
      <dgm:prSet/>
      <dgm:spPr/>
      <dgm:t>
        <a:bodyPr/>
        <a:lstStyle/>
        <a:p>
          <a:endParaRPr lang="en-US"/>
        </a:p>
      </dgm:t>
    </dgm:pt>
    <dgm:pt modelId="{AF5D2397-4B06-48F8-9622-1FAA6D38D499}" type="pres">
      <dgm:prSet presAssocID="{8093A4D2-D0B7-4EC4-8C15-2FE508ECE2F6}" presName="hierChild1" presStyleCnt="0">
        <dgm:presLayoutVars>
          <dgm:chPref val="1"/>
          <dgm:dir/>
          <dgm:animOne val="branch"/>
          <dgm:animLvl val="lvl"/>
          <dgm:resizeHandles/>
        </dgm:presLayoutVars>
      </dgm:prSet>
      <dgm:spPr/>
    </dgm:pt>
    <dgm:pt modelId="{733A2071-2622-438A-B859-61429E6600BD}" type="pres">
      <dgm:prSet presAssocID="{91426BCE-6AD8-4F73-A9AF-5DCF2B64E68D}" presName="hierRoot1" presStyleCnt="0"/>
      <dgm:spPr/>
    </dgm:pt>
    <dgm:pt modelId="{218D6A6C-7C1D-4063-ADED-E9AF346E79DA}" type="pres">
      <dgm:prSet presAssocID="{91426BCE-6AD8-4F73-A9AF-5DCF2B64E68D}" presName="composite" presStyleCnt="0"/>
      <dgm:spPr/>
    </dgm:pt>
    <dgm:pt modelId="{340808B0-20F3-466F-AB2F-850592AC1D81}" type="pres">
      <dgm:prSet presAssocID="{91426BCE-6AD8-4F73-A9AF-5DCF2B64E68D}" presName="background" presStyleLbl="node0" presStyleIdx="0" presStyleCnt="3"/>
      <dgm:spPr/>
    </dgm:pt>
    <dgm:pt modelId="{FBF02D13-10FF-4D24-BC35-43E1C4550F7F}" type="pres">
      <dgm:prSet presAssocID="{91426BCE-6AD8-4F73-A9AF-5DCF2B64E68D}" presName="text" presStyleLbl="fgAcc0" presStyleIdx="0" presStyleCnt="3">
        <dgm:presLayoutVars>
          <dgm:chPref val="3"/>
        </dgm:presLayoutVars>
      </dgm:prSet>
      <dgm:spPr/>
    </dgm:pt>
    <dgm:pt modelId="{626D05FF-2354-4DC9-915D-0E054916F502}" type="pres">
      <dgm:prSet presAssocID="{91426BCE-6AD8-4F73-A9AF-5DCF2B64E68D}" presName="hierChild2" presStyleCnt="0"/>
      <dgm:spPr/>
    </dgm:pt>
    <dgm:pt modelId="{BECC431E-CF3E-462D-BC7D-6DCA7158E285}" type="pres">
      <dgm:prSet presAssocID="{739C5429-BE3F-43C9-9BB9-BEE024F19783}" presName="hierRoot1" presStyleCnt="0"/>
      <dgm:spPr/>
    </dgm:pt>
    <dgm:pt modelId="{84313678-E526-4E2F-8727-7BE5AF3EB3E4}" type="pres">
      <dgm:prSet presAssocID="{739C5429-BE3F-43C9-9BB9-BEE024F19783}" presName="composite" presStyleCnt="0"/>
      <dgm:spPr/>
    </dgm:pt>
    <dgm:pt modelId="{173565E4-3C01-432A-82C6-1542804469BF}" type="pres">
      <dgm:prSet presAssocID="{739C5429-BE3F-43C9-9BB9-BEE024F19783}" presName="background" presStyleLbl="node0" presStyleIdx="1" presStyleCnt="3"/>
      <dgm:spPr/>
    </dgm:pt>
    <dgm:pt modelId="{85D83B2B-BADF-4EEB-8D4A-E8DE0908786D}" type="pres">
      <dgm:prSet presAssocID="{739C5429-BE3F-43C9-9BB9-BEE024F19783}" presName="text" presStyleLbl="fgAcc0" presStyleIdx="1" presStyleCnt="3">
        <dgm:presLayoutVars>
          <dgm:chPref val="3"/>
        </dgm:presLayoutVars>
      </dgm:prSet>
      <dgm:spPr/>
    </dgm:pt>
    <dgm:pt modelId="{070CDE8E-32E9-4695-B941-FA9FC83FFF8D}" type="pres">
      <dgm:prSet presAssocID="{739C5429-BE3F-43C9-9BB9-BEE024F19783}" presName="hierChild2" presStyleCnt="0"/>
      <dgm:spPr/>
    </dgm:pt>
    <dgm:pt modelId="{4E8BEB43-15C8-4F63-B637-06C064598503}" type="pres">
      <dgm:prSet presAssocID="{E8A26C4B-BD20-4937-BD04-795A7609659A}" presName="hierRoot1" presStyleCnt="0"/>
      <dgm:spPr/>
    </dgm:pt>
    <dgm:pt modelId="{0C5BE5AE-2DED-4879-B8DB-72092D747929}" type="pres">
      <dgm:prSet presAssocID="{E8A26C4B-BD20-4937-BD04-795A7609659A}" presName="composite" presStyleCnt="0"/>
      <dgm:spPr/>
    </dgm:pt>
    <dgm:pt modelId="{BF2DB0A5-CD43-4004-BF86-855E753238FF}" type="pres">
      <dgm:prSet presAssocID="{E8A26C4B-BD20-4937-BD04-795A7609659A}" presName="background" presStyleLbl="node0" presStyleIdx="2" presStyleCnt="3"/>
      <dgm:spPr/>
    </dgm:pt>
    <dgm:pt modelId="{08FD7B77-F0BC-4AA2-BAA1-0339375568D1}" type="pres">
      <dgm:prSet presAssocID="{E8A26C4B-BD20-4937-BD04-795A7609659A}" presName="text" presStyleLbl="fgAcc0" presStyleIdx="2" presStyleCnt="3">
        <dgm:presLayoutVars>
          <dgm:chPref val="3"/>
        </dgm:presLayoutVars>
      </dgm:prSet>
      <dgm:spPr/>
    </dgm:pt>
    <dgm:pt modelId="{3D2F6EC6-7147-4912-A079-E7E4CDAF93A2}" type="pres">
      <dgm:prSet presAssocID="{E8A26C4B-BD20-4937-BD04-795A7609659A}" presName="hierChild2" presStyleCnt="0"/>
      <dgm:spPr/>
    </dgm:pt>
  </dgm:ptLst>
  <dgm:cxnLst>
    <dgm:cxn modelId="{5B847C00-CBDF-4810-8AB4-79D15D42D623}" srcId="{8093A4D2-D0B7-4EC4-8C15-2FE508ECE2F6}" destId="{739C5429-BE3F-43C9-9BB9-BEE024F19783}" srcOrd="1" destOrd="0" parTransId="{21E95308-B06A-425B-BDEE-3E06B93C814E}" sibTransId="{BC4B3916-36A7-4593-A606-C37543B4811E}"/>
    <dgm:cxn modelId="{68710A41-C807-4569-A075-5CA036312804}" type="presOf" srcId="{739C5429-BE3F-43C9-9BB9-BEE024F19783}" destId="{85D83B2B-BADF-4EEB-8D4A-E8DE0908786D}" srcOrd="0" destOrd="0" presId="urn:microsoft.com/office/officeart/2005/8/layout/hierarchy1"/>
    <dgm:cxn modelId="{B3298777-803A-495C-B6FF-0D9873E1A240}" srcId="{8093A4D2-D0B7-4EC4-8C15-2FE508ECE2F6}" destId="{91426BCE-6AD8-4F73-A9AF-5DCF2B64E68D}" srcOrd="0" destOrd="0" parTransId="{A5D80EAA-5622-4370-8494-7F8E47025629}" sibTransId="{D822B957-BB1D-42B9-A62A-AE04CDCFB4BE}"/>
    <dgm:cxn modelId="{765F2259-9E26-492B-A016-8312AFB8B47E}" type="presOf" srcId="{8093A4D2-D0B7-4EC4-8C15-2FE508ECE2F6}" destId="{AF5D2397-4B06-48F8-9622-1FAA6D38D499}" srcOrd="0" destOrd="0" presId="urn:microsoft.com/office/officeart/2005/8/layout/hierarchy1"/>
    <dgm:cxn modelId="{AAD46887-F4EF-4A13-B461-1FCF0E11F746}" type="presOf" srcId="{91426BCE-6AD8-4F73-A9AF-5DCF2B64E68D}" destId="{FBF02D13-10FF-4D24-BC35-43E1C4550F7F}" srcOrd="0" destOrd="0" presId="urn:microsoft.com/office/officeart/2005/8/layout/hierarchy1"/>
    <dgm:cxn modelId="{60ACC3B0-E84A-4D60-8010-1B725E259BEA}" type="presOf" srcId="{E8A26C4B-BD20-4937-BD04-795A7609659A}" destId="{08FD7B77-F0BC-4AA2-BAA1-0339375568D1}" srcOrd="0" destOrd="0" presId="urn:microsoft.com/office/officeart/2005/8/layout/hierarchy1"/>
    <dgm:cxn modelId="{8E3D16BB-8ABB-49A0-BD30-6ED2597A2783}" srcId="{8093A4D2-D0B7-4EC4-8C15-2FE508ECE2F6}" destId="{E8A26C4B-BD20-4937-BD04-795A7609659A}" srcOrd="2" destOrd="0" parTransId="{9A105671-2694-4B82-BA56-7E02D1EFE94B}" sibTransId="{77170D4A-FA90-49F6-8263-79FD40F4D9F4}"/>
    <dgm:cxn modelId="{142EB01D-4F63-43A8-A4EB-8729D5FEDFAF}" type="presParOf" srcId="{AF5D2397-4B06-48F8-9622-1FAA6D38D499}" destId="{733A2071-2622-438A-B859-61429E6600BD}" srcOrd="0" destOrd="0" presId="urn:microsoft.com/office/officeart/2005/8/layout/hierarchy1"/>
    <dgm:cxn modelId="{FA18BF8D-F3C9-4F55-A838-921FA9377E4A}" type="presParOf" srcId="{733A2071-2622-438A-B859-61429E6600BD}" destId="{218D6A6C-7C1D-4063-ADED-E9AF346E79DA}" srcOrd="0" destOrd="0" presId="urn:microsoft.com/office/officeart/2005/8/layout/hierarchy1"/>
    <dgm:cxn modelId="{81331B0D-CA53-492E-80D5-FBAA77B5CA0F}" type="presParOf" srcId="{218D6A6C-7C1D-4063-ADED-E9AF346E79DA}" destId="{340808B0-20F3-466F-AB2F-850592AC1D81}" srcOrd="0" destOrd="0" presId="urn:microsoft.com/office/officeart/2005/8/layout/hierarchy1"/>
    <dgm:cxn modelId="{C45EF5E2-4CCE-435C-9A95-7B193AE029B8}" type="presParOf" srcId="{218D6A6C-7C1D-4063-ADED-E9AF346E79DA}" destId="{FBF02D13-10FF-4D24-BC35-43E1C4550F7F}" srcOrd="1" destOrd="0" presId="urn:microsoft.com/office/officeart/2005/8/layout/hierarchy1"/>
    <dgm:cxn modelId="{E892489D-DF25-4619-BB33-2933F45ED70A}" type="presParOf" srcId="{733A2071-2622-438A-B859-61429E6600BD}" destId="{626D05FF-2354-4DC9-915D-0E054916F502}" srcOrd="1" destOrd="0" presId="urn:microsoft.com/office/officeart/2005/8/layout/hierarchy1"/>
    <dgm:cxn modelId="{12CBE2B4-2153-4649-AE57-CA2AF375AD36}" type="presParOf" srcId="{AF5D2397-4B06-48F8-9622-1FAA6D38D499}" destId="{BECC431E-CF3E-462D-BC7D-6DCA7158E285}" srcOrd="1" destOrd="0" presId="urn:microsoft.com/office/officeart/2005/8/layout/hierarchy1"/>
    <dgm:cxn modelId="{127A2D1B-3865-444C-A048-9FB5B04885E1}" type="presParOf" srcId="{BECC431E-CF3E-462D-BC7D-6DCA7158E285}" destId="{84313678-E526-4E2F-8727-7BE5AF3EB3E4}" srcOrd="0" destOrd="0" presId="urn:microsoft.com/office/officeart/2005/8/layout/hierarchy1"/>
    <dgm:cxn modelId="{DF82670B-C952-4F92-B12E-3169601299A3}" type="presParOf" srcId="{84313678-E526-4E2F-8727-7BE5AF3EB3E4}" destId="{173565E4-3C01-432A-82C6-1542804469BF}" srcOrd="0" destOrd="0" presId="urn:microsoft.com/office/officeart/2005/8/layout/hierarchy1"/>
    <dgm:cxn modelId="{C7093CFC-6767-43C9-BD67-1D5E1E45235D}" type="presParOf" srcId="{84313678-E526-4E2F-8727-7BE5AF3EB3E4}" destId="{85D83B2B-BADF-4EEB-8D4A-E8DE0908786D}" srcOrd="1" destOrd="0" presId="urn:microsoft.com/office/officeart/2005/8/layout/hierarchy1"/>
    <dgm:cxn modelId="{8BD646F9-F2AE-425D-8EDA-BB7267EA9381}" type="presParOf" srcId="{BECC431E-CF3E-462D-BC7D-6DCA7158E285}" destId="{070CDE8E-32E9-4695-B941-FA9FC83FFF8D}" srcOrd="1" destOrd="0" presId="urn:microsoft.com/office/officeart/2005/8/layout/hierarchy1"/>
    <dgm:cxn modelId="{D32F9180-2B39-4C73-A658-B62FA591520C}" type="presParOf" srcId="{AF5D2397-4B06-48F8-9622-1FAA6D38D499}" destId="{4E8BEB43-15C8-4F63-B637-06C064598503}" srcOrd="2" destOrd="0" presId="urn:microsoft.com/office/officeart/2005/8/layout/hierarchy1"/>
    <dgm:cxn modelId="{85E224E2-003B-49D3-9338-355C08E13401}" type="presParOf" srcId="{4E8BEB43-15C8-4F63-B637-06C064598503}" destId="{0C5BE5AE-2DED-4879-B8DB-72092D747929}" srcOrd="0" destOrd="0" presId="urn:microsoft.com/office/officeart/2005/8/layout/hierarchy1"/>
    <dgm:cxn modelId="{312FA3CF-781C-4D0C-9D4B-837AD04B3564}" type="presParOf" srcId="{0C5BE5AE-2DED-4879-B8DB-72092D747929}" destId="{BF2DB0A5-CD43-4004-BF86-855E753238FF}" srcOrd="0" destOrd="0" presId="urn:microsoft.com/office/officeart/2005/8/layout/hierarchy1"/>
    <dgm:cxn modelId="{C72224C7-6DEA-4808-B524-13C132D36B8E}" type="presParOf" srcId="{0C5BE5AE-2DED-4879-B8DB-72092D747929}" destId="{08FD7B77-F0BC-4AA2-BAA1-0339375568D1}" srcOrd="1" destOrd="0" presId="urn:microsoft.com/office/officeart/2005/8/layout/hierarchy1"/>
    <dgm:cxn modelId="{54840231-1DC8-4994-905E-2C6F2462A809}" type="presParOf" srcId="{4E8BEB43-15C8-4F63-B637-06C064598503}" destId="{3D2F6EC6-7147-4912-A079-E7E4CDAF93A2}"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B93360-50F1-4D80-8D89-ED8A2DBBC26F}"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3FE3DABC-3AE6-45F5-AC97-B40C7F7C3ADC}">
      <dgm:prSet/>
      <dgm:spPr/>
      <dgm:t>
        <a:bodyPr/>
        <a:lstStyle/>
        <a:p>
          <a:r>
            <a:rPr lang="en-US"/>
            <a:t>Sales show strong seasonality</a:t>
          </a:r>
        </a:p>
      </dgm:t>
    </dgm:pt>
    <dgm:pt modelId="{E205769C-02C5-424A-BAE1-8B681CF9BD7B}" type="parTrans" cxnId="{DB29C3DD-9F66-45F9-BC51-5677A2280516}">
      <dgm:prSet/>
      <dgm:spPr/>
      <dgm:t>
        <a:bodyPr/>
        <a:lstStyle/>
        <a:p>
          <a:endParaRPr lang="en-US"/>
        </a:p>
      </dgm:t>
    </dgm:pt>
    <dgm:pt modelId="{DE428B2F-63F9-4D05-A0BB-9E7AF64D737B}" type="sibTrans" cxnId="{DB29C3DD-9F66-45F9-BC51-5677A2280516}">
      <dgm:prSet/>
      <dgm:spPr/>
      <dgm:t>
        <a:bodyPr/>
        <a:lstStyle/>
        <a:p>
          <a:endParaRPr lang="en-US"/>
        </a:p>
      </dgm:t>
    </dgm:pt>
    <dgm:pt modelId="{67CFF4FC-9AF4-4DAE-A3B0-79D700DD6831}">
      <dgm:prSet/>
      <dgm:spPr/>
      <dgm:t>
        <a:bodyPr/>
        <a:lstStyle/>
        <a:p>
          <a:r>
            <a:rPr lang="en-US"/>
            <a:t>Holidays and discounts drive revenue uplift</a:t>
          </a:r>
        </a:p>
      </dgm:t>
    </dgm:pt>
    <dgm:pt modelId="{CBB56912-BC05-41BC-A4F6-7D3C253E34FA}" type="parTrans" cxnId="{0FA0A9AA-64D5-4C02-A7CA-DCD2368E63B5}">
      <dgm:prSet/>
      <dgm:spPr/>
      <dgm:t>
        <a:bodyPr/>
        <a:lstStyle/>
        <a:p>
          <a:endParaRPr lang="en-US"/>
        </a:p>
      </dgm:t>
    </dgm:pt>
    <dgm:pt modelId="{5CFCA9FF-DE76-4440-9DC9-BB8E8819E222}" type="sibTrans" cxnId="{0FA0A9AA-64D5-4C02-A7CA-DCD2368E63B5}">
      <dgm:prSet/>
      <dgm:spPr/>
      <dgm:t>
        <a:bodyPr/>
        <a:lstStyle/>
        <a:p>
          <a:endParaRPr lang="en-US"/>
        </a:p>
      </dgm:t>
    </dgm:pt>
    <dgm:pt modelId="{0C1BC96B-051E-40EF-8AA4-1C2AC00E6265}">
      <dgm:prSet/>
      <dgm:spPr/>
      <dgm:t>
        <a:bodyPr/>
        <a:lstStyle/>
        <a:p>
          <a:r>
            <a:rPr lang="en-US"/>
            <a:t>Few stores generate majority of sales volume</a:t>
          </a:r>
        </a:p>
      </dgm:t>
    </dgm:pt>
    <dgm:pt modelId="{C063989C-0D49-43CE-A15A-FC3EF1FC3495}" type="parTrans" cxnId="{DA3AADA6-20AF-49A3-900D-37375A015B19}">
      <dgm:prSet/>
      <dgm:spPr/>
      <dgm:t>
        <a:bodyPr/>
        <a:lstStyle/>
        <a:p>
          <a:endParaRPr lang="en-US"/>
        </a:p>
      </dgm:t>
    </dgm:pt>
    <dgm:pt modelId="{1AC30E64-6FA1-43F9-8409-53D940A5D8C7}" type="sibTrans" cxnId="{DA3AADA6-20AF-49A3-900D-37375A015B19}">
      <dgm:prSet/>
      <dgm:spPr/>
      <dgm:t>
        <a:bodyPr/>
        <a:lstStyle/>
        <a:p>
          <a:endParaRPr lang="en-US"/>
        </a:p>
      </dgm:t>
    </dgm:pt>
    <dgm:pt modelId="{73A89005-01F5-45CA-A884-6060173C079C}">
      <dgm:prSet/>
      <dgm:spPr/>
      <dgm:t>
        <a:bodyPr/>
        <a:lstStyle/>
        <a:p>
          <a:r>
            <a:rPr lang="en-US"/>
            <a:t>Forecasting improves inventory planning &amp; budgeting</a:t>
          </a:r>
        </a:p>
      </dgm:t>
    </dgm:pt>
    <dgm:pt modelId="{8B709DA4-42DC-40F6-B3BD-E4DB7BF23CAF}" type="parTrans" cxnId="{2490C184-DC95-4CB0-9EF8-A72A68874073}">
      <dgm:prSet/>
      <dgm:spPr/>
      <dgm:t>
        <a:bodyPr/>
        <a:lstStyle/>
        <a:p>
          <a:endParaRPr lang="en-US"/>
        </a:p>
      </dgm:t>
    </dgm:pt>
    <dgm:pt modelId="{D7080230-1956-4FA7-9D62-186707F6EE77}" type="sibTrans" cxnId="{2490C184-DC95-4CB0-9EF8-A72A68874073}">
      <dgm:prSet/>
      <dgm:spPr/>
      <dgm:t>
        <a:bodyPr/>
        <a:lstStyle/>
        <a:p>
          <a:endParaRPr lang="en-US"/>
        </a:p>
      </dgm:t>
    </dgm:pt>
    <dgm:pt modelId="{F2D2C9CE-CD97-4C44-B91C-76C37DDCD759}">
      <dgm:prSet/>
      <dgm:spPr/>
      <dgm:t>
        <a:bodyPr/>
        <a:lstStyle/>
        <a:p>
          <a:r>
            <a:rPr lang="en-US"/>
            <a:t>Data segmentation enables targeted business strategy</a:t>
          </a:r>
        </a:p>
      </dgm:t>
    </dgm:pt>
    <dgm:pt modelId="{653FC70E-DA7C-41C9-9A78-763B0BE0CF3F}" type="parTrans" cxnId="{A0550C24-9811-4C39-94BD-3A3980193257}">
      <dgm:prSet/>
      <dgm:spPr/>
      <dgm:t>
        <a:bodyPr/>
        <a:lstStyle/>
        <a:p>
          <a:endParaRPr lang="en-US"/>
        </a:p>
      </dgm:t>
    </dgm:pt>
    <dgm:pt modelId="{FE5C6372-1D9D-44CD-9A60-30F1CD6FC861}" type="sibTrans" cxnId="{A0550C24-9811-4C39-94BD-3A3980193257}">
      <dgm:prSet/>
      <dgm:spPr/>
      <dgm:t>
        <a:bodyPr/>
        <a:lstStyle/>
        <a:p>
          <a:endParaRPr lang="en-US"/>
        </a:p>
      </dgm:t>
    </dgm:pt>
    <dgm:pt modelId="{8B71C6ED-5558-4A66-B6C6-15B3B2F9C41E}" type="pres">
      <dgm:prSet presAssocID="{7BB93360-50F1-4D80-8D89-ED8A2DBBC26F}" presName="root" presStyleCnt="0">
        <dgm:presLayoutVars>
          <dgm:dir/>
          <dgm:resizeHandles val="exact"/>
        </dgm:presLayoutVars>
      </dgm:prSet>
      <dgm:spPr/>
    </dgm:pt>
    <dgm:pt modelId="{691A6C5D-8A51-49C4-BC2E-ACA1C2A61E1A}" type="pres">
      <dgm:prSet presAssocID="{3FE3DABC-3AE6-45F5-AC97-B40C7F7C3ADC}" presName="compNode" presStyleCnt="0"/>
      <dgm:spPr/>
    </dgm:pt>
    <dgm:pt modelId="{4C13A6C5-B646-4C28-AE57-11419DBDB413}" type="pres">
      <dgm:prSet presAssocID="{3FE3DABC-3AE6-45F5-AC97-B40C7F7C3ADC}" presName="bgRect" presStyleLbl="bgShp" presStyleIdx="0" presStyleCnt="5"/>
      <dgm:spPr/>
    </dgm:pt>
    <dgm:pt modelId="{44D8B63B-A730-41B4-95E7-0FE5D7BCFB54}" type="pres">
      <dgm:prSet presAssocID="{3FE3DABC-3AE6-45F5-AC97-B40C7F7C3AD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D73061F5-11C6-4B9F-9544-FFCE955E06A8}" type="pres">
      <dgm:prSet presAssocID="{3FE3DABC-3AE6-45F5-AC97-B40C7F7C3ADC}" presName="spaceRect" presStyleCnt="0"/>
      <dgm:spPr/>
    </dgm:pt>
    <dgm:pt modelId="{9A9BDF0F-50A2-4B7C-8ACD-C3DAC7AB6F04}" type="pres">
      <dgm:prSet presAssocID="{3FE3DABC-3AE6-45F5-AC97-B40C7F7C3ADC}" presName="parTx" presStyleLbl="revTx" presStyleIdx="0" presStyleCnt="5">
        <dgm:presLayoutVars>
          <dgm:chMax val="0"/>
          <dgm:chPref val="0"/>
        </dgm:presLayoutVars>
      </dgm:prSet>
      <dgm:spPr/>
    </dgm:pt>
    <dgm:pt modelId="{A3DA73E3-D697-41B5-9490-5F755A73393D}" type="pres">
      <dgm:prSet presAssocID="{DE428B2F-63F9-4D05-A0BB-9E7AF64D737B}" presName="sibTrans" presStyleCnt="0"/>
      <dgm:spPr/>
    </dgm:pt>
    <dgm:pt modelId="{AAA7249C-C602-4755-9EFF-91ADF6E3F57C}" type="pres">
      <dgm:prSet presAssocID="{67CFF4FC-9AF4-4DAE-A3B0-79D700DD6831}" presName="compNode" presStyleCnt="0"/>
      <dgm:spPr/>
    </dgm:pt>
    <dgm:pt modelId="{A6A02AA4-FE05-48F4-B695-657538DC5E46}" type="pres">
      <dgm:prSet presAssocID="{67CFF4FC-9AF4-4DAE-A3B0-79D700DD6831}" presName="bgRect" presStyleLbl="bgShp" presStyleIdx="1" presStyleCnt="5"/>
      <dgm:spPr/>
    </dgm:pt>
    <dgm:pt modelId="{2368C257-22FD-4E02-94F4-4D9621CF2597}" type="pres">
      <dgm:prSet presAssocID="{67CFF4FC-9AF4-4DAE-A3B0-79D700DD683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29C99656-58FF-4A56-B25F-7159269878E2}" type="pres">
      <dgm:prSet presAssocID="{67CFF4FC-9AF4-4DAE-A3B0-79D700DD6831}" presName="spaceRect" presStyleCnt="0"/>
      <dgm:spPr/>
    </dgm:pt>
    <dgm:pt modelId="{CF9B063E-6715-4D15-A250-DAA8B49FA874}" type="pres">
      <dgm:prSet presAssocID="{67CFF4FC-9AF4-4DAE-A3B0-79D700DD6831}" presName="parTx" presStyleLbl="revTx" presStyleIdx="1" presStyleCnt="5">
        <dgm:presLayoutVars>
          <dgm:chMax val="0"/>
          <dgm:chPref val="0"/>
        </dgm:presLayoutVars>
      </dgm:prSet>
      <dgm:spPr/>
    </dgm:pt>
    <dgm:pt modelId="{3E57C91F-610D-4791-A56B-5C53592758F6}" type="pres">
      <dgm:prSet presAssocID="{5CFCA9FF-DE76-4440-9DC9-BB8E8819E222}" presName="sibTrans" presStyleCnt="0"/>
      <dgm:spPr/>
    </dgm:pt>
    <dgm:pt modelId="{65927882-BE1F-4897-B9DF-3AE09BA1D401}" type="pres">
      <dgm:prSet presAssocID="{0C1BC96B-051E-40EF-8AA4-1C2AC00E6265}" presName="compNode" presStyleCnt="0"/>
      <dgm:spPr/>
    </dgm:pt>
    <dgm:pt modelId="{147D80A9-F57F-4D6B-A364-484373475874}" type="pres">
      <dgm:prSet presAssocID="{0C1BC96B-051E-40EF-8AA4-1C2AC00E6265}" presName="bgRect" presStyleLbl="bgShp" presStyleIdx="2" presStyleCnt="5"/>
      <dgm:spPr/>
    </dgm:pt>
    <dgm:pt modelId="{B7061FC2-D082-42F1-AF9C-A88B38BB4698}" type="pres">
      <dgm:prSet presAssocID="{0C1BC96B-051E-40EF-8AA4-1C2AC00E626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re"/>
        </a:ext>
      </dgm:extLst>
    </dgm:pt>
    <dgm:pt modelId="{3B120678-0414-416E-BCE8-615017902101}" type="pres">
      <dgm:prSet presAssocID="{0C1BC96B-051E-40EF-8AA4-1C2AC00E6265}" presName="spaceRect" presStyleCnt="0"/>
      <dgm:spPr/>
    </dgm:pt>
    <dgm:pt modelId="{DA9C6D60-F83B-4448-AE17-7A72F62F9CB7}" type="pres">
      <dgm:prSet presAssocID="{0C1BC96B-051E-40EF-8AA4-1C2AC00E6265}" presName="parTx" presStyleLbl="revTx" presStyleIdx="2" presStyleCnt="5">
        <dgm:presLayoutVars>
          <dgm:chMax val="0"/>
          <dgm:chPref val="0"/>
        </dgm:presLayoutVars>
      </dgm:prSet>
      <dgm:spPr/>
    </dgm:pt>
    <dgm:pt modelId="{0C128838-0A1D-4409-9178-0947C3213857}" type="pres">
      <dgm:prSet presAssocID="{1AC30E64-6FA1-43F9-8409-53D940A5D8C7}" presName="sibTrans" presStyleCnt="0"/>
      <dgm:spPr/>
    </dgm:pt>
    <dgm:pt modelId="{73EF4A6B-80D5-4668-9684-C45524285E26}" type="pres">
      <dgm:prSet presAssocID="{73A89005-01F5-45CA-A884-6060173C079C}" presName="compNode" presStyleCnt="0"/>
      <dgm:spPr/>
    </dgm:pt>
    <dgm:pt modelId="{67BAE7BB-F9FF-48C7-B78E-A197E195A02A}" type="pres">
      <dgm:prSet presAssocID="{73A89005-01F5-45CA-A884-6060173C079C}" presName="bgRect" presStyleLbl="bgShp" presStyleIdx="3" presStyleCnt="5"/>
      <dgm:spPr/>
    </dgm:pt>
    <dgm:pt modelId="{7867E00C-8F59-4245-A7CE-6C886B28BC7C}" type="pres">
      <dgm:prSet presAssocID="{73A89005-01F5-45CA-A884-6060173C079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lculator"/>
        </a:ext>
      </dgm:extLst>
    </dgm:pt>
    <dgm:pt modelId="{520582CB-92C0-46E6-84C3-71ACB7314939}" type="pres">
      <dgm:prSet presAssocID="{73A89005-01F5-45CA-A884-6060173C079C}" presName="spaceRect" presStyleCnt="0"/>
      <dgm:spPr/>
    </dgm:pt>
    <dgm:pt modelId="{79928E5F-E46D-40F2-B075-CBCF80E0623A}" type="pres">
      <dgm:prSet presAssocID="{73A89005-01F5-45CA-A884-6060173C079C}" presName="parTx" presStyleLbl="revTx" presStyleIdx="3" presStyleCnt="5">
        <dgm:presLayoutVars>
          <dgm:chMax val="0"/>
          <dgm:chPref val="0"/>
        </dgm:presLayoutVars>
      </dgm:prSet>
      <dgm:spPr/>
    </dgm:pt>
    <dgm:pt modelId="{26F8D320-10A9-4F70-A295-A6BE9E18D5A5}" type="pres">
      <dgm:prSet presAssocID="{D7080230-1956-4FA7-9D62-186707F6EE77}" presName="sibTrans" presStyleCnt="0"/>
      <dgm:spPr/>
    </dgm:pt>
    <dgm:pt modelId="{23BEFC05-41AF-4B6B-8DAB-32B0DEA1247E}" type="pres">
      <dgm:prSet presAssocID="{F2D2C9CE-CD97-4C44-B91C-76C37DDCD759}" presName="compNode" presStyleCnt="0"/>
      <dgm:spPr/>
    </dgm:pt>
    <dgm:pt modelId="{31182F5B-4F4A-46C1-B22B-35184BFFAB01}" type="pres">
      <dgm:prSet presAssocID="{F2D2C9CE-CD97-4C44-B91C-76C37DDCD759}" presName="bgRect" presStyleLbl="bgShp" presStyleIdx="4" presStyleCnt="5"/>
      <dgm:spPr/>
    </dgm:pt>
    <dgm:pt modelId="{6F338ACE-B385-451F-B38E-CB8FEDE8EC76}" type="pres">
      <dgm:prSet presAssocID="{F2D2C9CE-CD97-4C44-B91C-76C37DDCD75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r chart"/>
        </a:ext>
      </dgm:extLst>
    </dgm:pt>
    <dgm:pt modelId="{30C581B7-3836-481F-9D81-DF49A42C799F}" type="pres">
      <dgm:prSet presAssocID="{F2D2C9CE-CD97-4C44-B91C-76C37DDCD759}" presName="spaceRect" presStyleCnt="0"/>
      <dgm:spPr/>
    </dgm:pt>
    <dgm:pt modelId="{5CA73746-BC90-4189-8FF7-CBF910958260}" type="pres">
      <dgm:prSet presAssocID="{F2D2C9CE-CD97-4C44-B91C-76C37DDCD759}" presName="parTx" presStyleLbl="revTx" presStyleIdx="4" presStyleCnt="5">
        <dgm:presLayoutVars>
          <dgm:chMax val="0"/>
          <dgm:chPref val="0"/>
        </dgm:presLayoutVars>
      </dgm:prSet>
      <dgm:spPr/>
    </dgm:pt>
  </dgm:ptLst>
  <dgm:cxnLst>
    <dgm:cxn modelId="{A0550C24-9811-4C39-94BD-3A3980193257}" srcId="{7BB93360-50F1-4D80-8D89-ED8A2DBBC26F}" destId="{F2D2C9CE-CD97-4C44-B91C-76C37DDCD759}" srcOrd="4" destOrd="0" parTransId="{653FC70E-DA7C-41C9-9A78-763B0BE0CF3F}" sibTransId="{FE5C6372-1D9D-44CD-9A60-30F1CD6FC861}"/>
    <dgm:cxn modelId="{57E6844E-AB49-4169-8DAF-E59631B97AB4}" type="presOf" srcId="{F2D2C9CE-CD97-4C44-B91C-76C37DDCD759}" destId="{5CA73746-BC90-4189-8FF7-CBF910958260}" srcOrd="0" destOrd="0" presId="urn:microsoft.com/office/officeart/2018/2/layout/IconVerticalSolidList"/>
    <dgm:cxn modelId="{2490C184-DC95-4CB0-9EF8-A72A68874073}" srcId="{7BB93360-50F1-4D80-8D89-ED8A2DBBC26F}" destId="{73A89005-01F5-45CA-A884-6060173C079C}" srcOrd="3" destOrd="0" parTransId="{8B709DA4-42DC-40F6-B3BD-E4DB7BF23CAF}" sibTransId="{D7080230-1956-4FA7-9D62-186707F6EE77}"/>
    <dgm:cxn modelId="{DA3AADA6-20AF-49A3-900D-37375A015B19}" srcId="{7BB93360-50F1-4D80-8D89-ED8A2DBBC26F}" destId="{0C1BC96B-051E-40EF-8AA4-1C2AC00E6265}" srcOrd="2" destOrd="0" parTransId="{C063989C-0D49-43CE-A15A-FC3EF1FC3495}" sibTransId="{1AC30E64-6FA1-43F9-8409-53D940A5D8C7}"/>
    <dgm:cxn modelId="{E28EE5A7-9118-4CAB-AFEE-50FC878AB580}" type="presOf" srcId="{0C1BC96B-051E-40EF-8AA4-1C2AC00E6265}" destId="{DA9C6D60-F83B-4448-AE17-7A72F62F9CB7}" srcOrd="0" destOrd="0" presId="urn:microsoft.com/office/officeart/2018/2/layout/IconVerticalSolidList"/>
    <dgm:cxn modelId="{0FA0A9AA-64D5-4C02-A7CA-DCD2368E63B5}" srcId="{7BB93360-50F1-4D80-8D89-ED8A2DBBC26F}" destId="{67CFF4FC-9AF4-4DAE-A3B0-79D700DD6831}" srcOrd="1" destOrd="0" parTransId="{CBB56912-BC05-41BC-A4F6-7D3C253E34FA}" sibTransId="{5CFCA9FF-DE76-4440-9DC9-BB8E8819E222}"/>
    <dgm:cxn modelId="{C8A92CCD-FFCF-4A2C-B5A7-4327DF29123E}" type="presOf" srcId="{67CFF4FC-9AF4-4DAE-A3B0-79D700DD6831}" destId="{CF9B063E-6715-4D15-A250-DAA8B49FA874}" srcOrd="0" destOrd="0" presId="urn:microsoft.com/office/officeart/2018/2/layout/IconVerticalSolidList"/>
    <dgm:cxn modelId="{DB29C3DD-9F66-45F9-BC51-5677A2280516}" srcId="{7BB93360-50F1-4D80-8D89-ED8A2DBBC26F}" destId="{3FE3DABC-3AE6-45F5-AC97-B40C7F7C3ADC}" srcOrd="0" destOrd="0" parTransId="{E205769C-02C5-424A-BAE1-8B681CF9BD7B}" sibTransId="{DE428B2F-63F9-4D05-A0BB-9E7AF64D737B}"/>
    <dgm:cxn modelId="{7314E5DE-0498-4A00-80FC-610862554248}" type="presOf" srcId="{7BB93360-50F1-4D80-8D89-ED8A2DBBC26F}" destId="{8B71C6ED-5558-4A66-B6C6-15B3B2F9C41E}" srcOrd="0" destOrd="0" presId="urn:microsoft.com/office/officeart/2018/2/layout/IconVerticalSolidList"/>
    <dgm:cxn modelId="{86B0D6E1-8543-4C59-B5E6-8DDD5804138F}" type="presOf" srcId="{73A89005-01F5-45CA-A884-6060173C079C}" destId="{79928E5F-E46D-40F2-B075-CBCF80E0623A}" srcOrd="0" destOrd="0" presId="urn:microsoft.com/office/officeart/2018/2/layout/IconVerticalSolidList"/>
    <dgm:cxn modelId="{6F874EFD-FEE2-4E93-99B5-E254078B8FC3}" type="presOf" srcId="{3FE3DABC-3AE6-45F5-AC97-B40C7F7C3ADC}" destId="{9A9BDF0F-50A2-4B7C-8ACD-C3DAC7AB6F04}" srcOrd="0" destOrd="0" presId="urn:microsoft.com/office/officeart/2018/2/layout/IconVerticalSolidList"/>
    <dgm:cxn modelId="{0384525B-A9AB-421F-8F34-50575863F78B}" type="presParOf" srcId="{8B71C6ED-5558-4A66-B6C6-15B3B2F9C41E}" destId="{691A6C5D-8A51-49C4-BC2E-ACA1C2A61E1A}" srcOrd="0" destOrd="0" presId="urn:microsoft.com/office/officeart/2018/2/layout/IconVerticalSolidList"/>
    <dgm:cxn modelId="{53A2E253-1536-47CC-85AA-9E8C1874EE87}" type="presParOf" srcId="{691A6C5D-8A51-49C4-BC2E-ACA1C2A61E1A}" destId="{4C13A6C5-B646-4C28-AE57-11419DBDB413}" srcOrd="0" destOrd="0" presId="urn:microsoft.com/office/officeart/2018/2/layout/IconVerticalSolidList"/>
    <dgm:cxn modelId="{C4DFDB31-DB90-4922-81E8-748B4CB9B46A}" type="presParOf" srcId="{691A6C5D-8A51-49C4-BC2E-ACA1C2A61E1A}" destId="{44D8B63B-A730-41B4-95E7-0FE5D7BCFB54}" srcOrd="1" destOrd="0" presId="urn:microsoft.com/office/officeart/2018/2/layout/IconVerticalSolidList"/>
    <dgm:cxn modelId="{E2341D74-11AF-469B-AECB-BE0BB49B4F57}" type="presParOf" srcId="{691A6C5D-8A51-49C4-BC2E-ACA1C2A61E1A}" destId="{D73061F5-11C6-4B9F-9544-FFCE955E06A8}" srcOrd="2" destOrd="0" presId="urn:microsoft.com/office/officeart/2018/2/layout/IconVerticalSolidList"/>
    <dgm:cxn modelId="{0F6B465D-FE39-4E2A-A23F-2678905164CB}" type="presParOf" srcId="{691A6C5D-8A51-49C4-BC2E-ACA1C2A61E1A}" destId="{9A9BDF0F-50A2-4B7C-8ACD-C3DAC7AB6F04}" srcOrd="3" destOrd="0" presId="urn:microsoft.com/office/officeart/2018/2/layout/IconVerticalSolidList"/>
    <dgm:cxn modelId="{2366B1DF-3B08-4E02-8453-3CFBE5CDF6D3}" type="presParOf" srcId="{8B71C6ED-5558-4A66-B6C6-15B3B2F9C41E}" destId="{A3DA73E3-D697-41B5-9490-5F755A73393D}" srcOrd="1" destOrd="0" presId="urn:microsoft.com/office/officeart/2018/2/layout/IconVerticalSolidList"/>
    <dgm:cxn modelId="{1E8D0F13-8D9A-4F36-9FBB-C814F53B038F}" type="presParOf" srcId="{8B71C6ED-5558-4A66-B6C6-15B3B2F9C41E}" destId="{AAA7249C-C602-4755-9EFF-91ADF6E3F57C}" srcOrd="2" destOrd="0" presId="urn:microsoft.com/office/officeart/2018/2/layout/IconVerticalSolidList"/>
    <dgm:cxn modelId="{02FB312F-9711-410B-8B61-EA656816FF52}" type="presParOf" srcId="{AAA7249C-C602-4755-9EFF-91ADF6E3F57C}" destId="{A6A02AA4-FE05-48F4-B695-657538DC5E46}" srcOrd="0" destOrd="0" presId="urn:microsoft.com/office/officeart/2018/2/layout/IconVerticalSolidList"/>
    <dgm:cxn modelId="{DE7F3B9C-7DA0-433C-9B22-1D3BE48F9E28}" type="presParOf" srcId="{AAA7249C-C602-4755-9EFF-91ADF6E3F57C}" destId="{2368C257-22FD-4E02-94F4-4D9621CF2597}" srcOrd="1" destOrd="0" presId="urn:microsoft.com/office/officeart/2018/2/layout/IconVerticalSolidList"/>
    <dgm:cxn modelId="{1371D837-4976-4C4F-9235-144704ED8E10}" type="presParOf" srcId="{AAA7249C-C602-4755-9EFF-91ADF6E3F57C}" destId="{29C99656-58FF-4A56-B25F-7159269878E2}" srcOrd="2" destOrd="0" presId="urn:microsoft.com/office/officeart/2018/2/layout/IconVerticalSolidList"/>
    <dgm:cxn modelId="{822FD161-A05A-46B8-9E1C-2FE6D8017158}" type="presParOf" srcId="{AAA7249C-C602-4755-9EFF-91ADF6E3F57C}" destId="{CF9B063E-6715-4D15-A250-DAA8B49FA874}" srcOrd="3" destOrd="0" presId="urn:microsoft.com/office/officeart/2018/2/layout/IconVerticalSolidList"/>
    <dgm:cxn modelId="{43E19491-9B6B-4F4D-984C-73E9704A28C1}" type="presParOf" srcId="{8B71C6ED-5558-4A66-B6C6-15B3B2F9C41E}" destId="{3E57C91F-610D-4791-A56B-5C53592758F6}" srcOrd="3" destOrd="0" presId="urn:microsoft.com/office/officeart/2018/2/layout/IconVerticalSolidList"/>
    <dgm:cxn modelId="{71AED2E5-8CDE-4598-92DF-38965613A060}" type="presParOf" srcId="{8B71C6ED-5558-4A66-B6C6-15B3B2F9C41E}" destId="{65927882-BE1F-4897-B9DF-3AE09BA1D401}" srcOrd="4" destOrd="0" presId="urn:microsoft.com/office/officeart/2018/2/layout/IconVerticalSolidList"/>
    <dgm:cxn modelId="{0CD3C22C-582C-497C-AC71-76C80BB77F80}" type="presParOf" srcId="{65927882-BE1F-4897-B9DF-3AE09BA1D401}" destId="{147D80A9-F57F-4D6B-A364-484373475874}" srcOrd="0" destOrd="0" presId="urn:microsoft.com/office/officeart/2018/2/layout/IconVerticalSolidList"/>
    <dgm:cxn modelId="{D74F9ED0-68E9-4F25-8A19-B079AB9A29FE}" type="presParOf" srcId="{65927882-BE1F-4897-B9DF-3AE09BA1D401}" destId="{B7061FC2-D082-42F1-AF9C-A88B38BB4698}" srcOrd="1" destOrd="0" presId="urn:microsoft.com/office/officeart/2018/2/layout/IconVerticalSolidList"/>
    <dgm:cxn modelId="{90DBB3CA-6C89-47FA-9533-FE3964120248}" type="presParOf" srcId="{65927882-BE1F-4897-B9DF-3AE09BA1D401}" destId="{3B120678-0414-416E-BCE8-615017902101}" srcOrd="2" destOrd="0" presId="urn:microsoft.com/office/officeart/2018/2/layout/IconVerticalSolidList"/>
    <dgm:cxn modelId="{E5BEC142-5FDF-47F4-9352-071FD62FF5B1}" type="presParOf" srcId="{65927882-BE1F-4897-B9DF-3AE09BA1D401}" destId="{DA9C6D60-F83B-4448-AE17-7A72F62F9CB7}" srcOrd="3" destOrd="0" presId="urn:microsoft.com/office/officeart/2018/2/layout/IconVerticalSolidList"/>
    <dgm:cxn modelId="{23869E4D-2420-4443-AFE4-8EEFEB2FB21F}" type="presParOf" srcId="{8B71C6ED-5558-4A66-B6C6-15B3B2F9C41E}" destId="{0C128838-0A1D-4409-9178-0947C3213857}" srcOrd="5" destOrd="0" presId="urn:microsoft.com/office/officeart/2018/2/layout/IconVerticalSolidList"/>
    <dgm:cxn modelId="{7AEC7191-3370-46E3-B387-414AD1391F68}" type="presParOf" srcId="{8B71C6ED-5558-4A66-B6C6-15B3B2F9C41E}" destId="{73EF4A6B-80D5-4668-9684-C45524285E26}" srcOrd="6" destOrd="0" presId="urn:microsoft.com/office/officeart/2018/2/layout/IconVerticalSolidList"/>
    <dgm:cxn modelId="{14452C5A-19B6-4FE9-BDBA-D94038A16C49}" type="presParOf" srcId="{73EF4A6B-80D5-4668-9684-C45524285E26}" destId="{67BAE7BB-F9FF-48C7-B78E-A197E195A02A}" srcOrd="0" destOrd="0" presId="urn:microsoft.com/office/officeart/2018/2/layout/IconVerticalSolidList"/>
    <dgm:cxn modelId="{5519E5AD-2FEF-4B8F-A528-D47492901450}" type="presParOf" srcId="{73EF4A6B-80D5-4668-9684-C45524285E26}" destId="{7867E00C-8F59-4245-A7CE-6C886B28BC7C}" srcOrd="1" destOrd="0" presId="urn:microsoft.com/office/officeart/2018/2/layout/IconVerticalSolidList"/>
    <dgm:cxn modelId="{097B2EF2-5193-44A4-AE12-CD3148759189}" type="presParOf" srcId="{73EF4A6B-80D5-4668-9684-C45524285E26}" destId="{520582CB-92C0-46E6-84C3-71ACB7314939}" srcOrd="2" destOrd="0" presId="urn:microsoft.com/office/officeart/2018/2/layout/IconVerticalSolidList"/>
    <dgm:cxn modelId="{A7D26C16-DFF9-4AD0-8AF4-AF942C11425F}" type="presParOf" srcId="{73EF4A6B-80D5-4668-9684-C45524285E26}" destId="{79928E5F-E46D-40F2-B075-CBCF80E0623A}" srcOrd="3" destOrd="0" presId="urn:microsoft.com/office/officeart/2018/2/layout/IconVerticalSolidList"/>
    <dgm:cxn modelId="{7D93FF08-8F42-44FC-ACFF-2E66F9464091}" type="presParOf" srcId="{8B71C6ED-5558-4A66-B6C6-15B3B2F9C41E}" destId="{26F8D320-10A9-4F70-A295-A6BE9E18D5A5}" srcOrd="7" destOrd="0" presId="urn:microsoft.com/office/officeart/2018/2/layout/IconVerticalSolidList"/>
    <dgm:cxn modelId="{8CBB422E-0287-48AB-A7DA-C8D456B5AF5E}" type="presParOf" srcId="{8B71C6ED-5558-4A66-B6C6-15B3B2F9C41E}" destId="{23BEFC05-41AF-4B6B-8DAB-32B0DEA1247E}" srcOrd="8" destOrd="0" presId="urn:microsoft.com/office/officeart/2018/2/layout/IconVerticalSolidList"/>
    <dgm:cxn modelId="{85E1051B-FB99-446A-888C-0B268C7AB802}" type="presParOf" srcId="{23BEFC05-41AF-4B6B-8DAB-32B0DEA1247E}" destId="{31182F5B-4F4A-46C1-B22B-35184BFFAB01}" srcOrd="0" destOrd="0" presId="urn:microsoft.com/office/officeart/2018/2/layout/IconVerticalSolidList"/>
    <dgm:cxn modelId="{02558589-F564-4AE2-8B75-65363F67C139}" type="presParOf" srcId="{23BEFC05-41AF-4B6B-8DAB-32B0DEA1247E}" destId="{6F338ACE-B385-451F-B38E-CB8FEDE8EC76}" srcOrd="1" destOrd="0" presId="urn:microsoft.com/office/officeart/2018/2/layout/IconVerticalSolidList"/>
    <dgm:cxn modelId="{0DF49624-4D05-48A5-92EB-075AD30D3036}" type="presParOf" srcId="{23BEFC05-41AF-4B6B-8DAB-32B0DEA1247E}" destId="{30C581B7-3836-481F-9D81-DF49A42C799F}" srcOrd="2" destOrd="0" presId="urn:microsoft.com/office/officeart/2018/2/layout/IconVerticalSolidList"/>
    <dgm:cxn modelId="{1EB97A81-F9F2-467F-B99F-EA4F07045EC4}" type="presParOf" srcId="{23BEFC05-41AF-4B6B-8DAB-32B0DEA1247E}" destId="{5CA73746-BC90-4189-8FF7-CBF910958260}" srcOrd="3" destOrd="0" presId="urn:microsoft.com/office/officeart/2018/2/layout/IconVerticalSoli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938ADD3-C65E-4F3B-AC81-3A34313EAFA1}"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CA6B8E4F-836B-4DA6-B5FF-BA5AAE1E128E}">
      <dgm:prSet/>
      <dgm:spPr/>
      <dgm:t>
        <a:bodyPr/>
        <a:lstStyle/>
        <a:p>
          <a:r>
            <a:rPr lang="en-IN"/>
            <a:t>Data Cleaning &amp; Transformation using Pandas</a:t>
          </a:r>
          <a:endParaRPr lang="en-US"/>
        </a:p>
      </dgm:t>
    </dgm:pt>
    <dgm:pt modelId="{B3CD8FF7-7743-442E-B5E3-8839A26577C7}" type="parTrans" cxnId="{4385A874-CD6C-4AEB-8ECE-8629E494F6BB}">
      <dgm:prSet/>
      <dgm:spPr/>
      <dgm:t>
        <a:bodyPr/>
        <a:lstStyle/>
        <a:p>
          <a:endParaRPr lang="en-US"/>
        </a:p>
      </dgm:t>
    </dgm:pt>
    <dgm:pt modelId="{17713DC9-6CC9-4890-B5C9-ED064F9FB551}" type="sibTrans" cxnId="{4385A874-CD6C-4AEB-8ECE-8629E494F6BB}">
      <dgm:prSet/>
      <dgm:spPr/>
      <dgm:t>
        <a:bodyPr/>
        <a:lstStyle/>
        <a:p>
          <a:endParaRPr lang="en-US"/>
        </a:p>
      </dgm:t>
    </dgm:pt>
    <dgm:pt modelId="{FCB6A43B-1777-477B-B284-26B56210C7A6}">
      <dgm:prSet/>
      <dgm:spPr/>
      <dgm:t>
        <a:bodyPr/>
        <a:lstStyle/>
        <a:p>
          <a:r>
            <a:rPr lang="en-IN"/>
            <a:t>Visualization using Matplotlib &amp; Seaborn</a:t>
          </a:r>
          <a:endParaRPr lang="en-US"/>
        </a:p>
      </dgm:t>
    </dgm:pt>
    <dgm:pt modelId="{E830DAA5-DF06-4F96-AD11-70FFCEE1DFA0}" type="parTrans" cxnId="{C72E3DE3-0649-4349-B845-7FB97546256F}">
      <dgm:prSet/>
      <dgm:spPr/>
      <dgm:t>
        <a:bodyPr/>
        <a:lstStyle/>
        <a:p>
          <a:endParaRPr lang="en-US"/>
        </a:p>
      </dgm:t>
    </dgm:pt>
    <dgm:pt modelId="{F788DEDD-A4D2-4EFB-832E-15E6A32DD1A5}" type="sibTrans" cxnId="{C72E3DE3-0649-4349-B845-7FB97546256F}">
      <dgm:prSet/>
      <dgm:spPr/>
      <dgm:t>
        <a:bodyPr/>
        <a:lstStyle/>
        <a:p>
          <a:endParaRPr lang="en-US"/>
        </a:p>
      </dgm:t>
    </dgm:pt>
    <dgm:pt modelId="{2FA5DC65-E8D5-4DCD-B4F0-8D2186A2C65A}">
      <dgm:prSet/>
      <dgm:spPr/>
      <dgm:t>
        <a:bodyPr/>
        <a:lstStyle/>
        <a:p>
          <a:r>
            <a:rPr lang="en-IN"/>
            <a:t>Hypothesis Testing </a:t>
          </a:r>
          <a:endParaRPr lang="en-US"/>
        </a:p>
      </dgm:t>
    </dgm:pt>
    <dgm:pt modelId="{66A00859-93A9-49F5-8D07-C43C6075E7DC}" type="parTrans" cxnId="{5FEC2D70-44D3-4C96-BF30-9865AC09A7AF}">
      <dgm:prSet/>
      <dgm:spPr/>
      <dgm:t>
        <a:bodyPr/>
        <a:lstStyle/>
        <a:p>
          <a:endParaRPr lang="en-US"/>
        </a:p>
      </dgm:t>
    </dgm:pt>
    <dgm:pt modelId="{3BAAC8B6-E34A-4514-9CE4-D2F8DA48C51D}" type="sibTrans" cxnId="{5FEC2D70-44D3-4C96-BF30-9865AC09A7AF}">
      <dgm:prSet/>
      <dgm:spPr/>
      <dgm:t>
        <a:bodyPr/>
        <a:lstStyle/>
        <a:p>
          <a:endParaRPr lang="en-US"/>
        </a:p>
      </dgm:t>
    </dgm:pt>
    <dgm:pt modelId="{8656A6D4-BE4B-4B69-BB8E-20EDDE9E3BE5}">
      <dgm:prSet/>
      <dgm:spPr/>
      <dgm:t>
        <a:bodyPr/>
        <a:lstStyle/>
        <a:p>
          <a:r>
            <a:rPr lang="en-IN"/>
            <a:t>Predictive Modelling using scikit-learn (Linear Regression)</a:t>
          </a:r>
          <a:endParaRPr lang="en-US"/>
        </a:p>
      </dgm:t>
    </dgm:pt>
    <dgm:pt modelId="{D7F5FE49-7EFE-44E7-B839-581E849C5BAA}" type="parTrans" cxnId="{DB06CF80-DD7B-406C-969A-E1BE18828A9C}">
      <dgm:prSet/>
      <dgm:spPr/>
      <dgm:t>
        <a:bodyPr/>
        <a:lstStyle/>
        <a:p>
          <a:endParaRPr lang="en-US"/>
        </a:p>
      </dgm:t>
    </dgm:pt>
    <dgm:pt modelId="{C188A8F5-C2F6-41D2-8BCA-29D3437C030B}" type="sibTrans" cxnId="{DB06CF80-DD7B-406C-969A-E1BE18828A9C}">
      <dgm:prSet/>
      <dgm:spPr/>
      <dgm:t>
        <a:bodyPr/>
        <a:lstStyle/>
        <a:p>
          <a:endParaRPr lang="en-US"/>
        </a:p>
      </dgm:t>
    </dgm:pt>
    <dgm:pt modelId="{1AA32581-8D44-4CB9-B225-48A79ED5CC9E}">
      <dgm:prSet/>
      <dgm:spPr/>
      <dgm:t>
        <a:bodyPr/>
        <a:lstStyle/>
        <a:p>
          <a:r>
            <a:rPr lang="en-IN"/>
            <a:t>Time-Series Forecasting using ARIMA or Exponential Smoothing</a:t>
          </a:r>
          <a:endParaRPr lang="en-US"/>
        </a:p>
      </dgm:t>
    </dgm:pt>
    <dgm:pt modelId="{1B67ED87-84D9-4A72-93D4-C2FA1B3721CF}" type="parTrans" cxnId="{D002272E-9248-40AB-9FDF-9D960816C7F1}">
      <dgm:prSet/>
      <dgm:spPr/>
      <dgm:t>
        <a:bodyPr/>
        <a:lstStyle/>
        <a:p>
          <a:endParaRPr lang="en-US"/>
        </a:p>
      </dgm:t>
    </dgm:pt>
    <dgm:pt modelId="{19701A35-F3BF-40FA-8AA1-4266110A84C2}" type="sibTrans" cxnId="{D002272E-9248-40AB-9FDF-9D960816C7F1}">
      <dgm:prSet/>
      <dgm:spPr/>
      <dgm:t>
        <a:bodyPr/>
        <a:lstStyle/>
        <a:p>
          <a:endParaRPr lang="en-US"/>
        </a:p>
      </dgm:t>
    </dgm:pt>
    <dgm:pt modelId="{95561BB3-E09B-411F-9F9C-CDC54555B960}">
      <dgm:prSet/>
      <dgm:spPr/>
      <dgm:t>
        <a:bodyPr/>
        <a:lstStyle/>
        <a:p>
          <a:r>
            <a:rPr lang="en-IN"/>
            <a:t>Business-driven inventory + promotion recommendations</a:t>
          </a:r>
          <a:endParaRPr lang="en-US"/>
        </a:p>
      </dgm:t>
    </dgm:pt>
    <dgm:pt modelId="{9D612C52-C582-420F-ABFA-BEBB9C8F2562}" type="parTrans" cxnId="{47C4A7A4-8CAB-4F9A-9F4F-590EAF8DD63D}">
      <dgm:prSet/>
      <dgm:spPr/>
      <dgm:t>
        <a:bodyPr/>
        <a:lstStyle/>
        <a:p>
          <a:endParaRPr lang="en-US"/>
        </a:p>
      </dgm:t>
    </dgm:pt>
    <dgm:pt modelId="{DD406FEB-D886-4347-B2F8-177C8DF24C14}" type="sibTrans" cxnId="{47C4A7A4-8CAB-4F9A-9F4F-590EAF8DD63D}">
      <dgm:prSet/>
      <dgm:spPr/>
      <dgm:t>
        <a:bodyPr/>
        <a:lstStyle/>
        <a:p>
          <a:endParaRPr lang="en-US"/>
        </a:p>
      </dgm:t>
    </dgm:pt>
    <dgm:pt modelId="{CDD5FE88-55AC-40EE-AAF0-088D8A067952}" type="pres">
      <dgm:prSet presAssocID="{C938ADD3-C65E-4F3B-AC81-3A34313EAFA1}" presName="linear" presStyleCnt="0">
        <dgm:presLayoutVars>
          <dgm:animLvl val="lvl"/>
          <dgm:resizeHandles val="exact"/>
        </dgm:presLayoutVars>
      </dgm:prSet>
      <dgm:spPr/>
    </dgm:pt>
    <dgm:pt modelId="{215C3294-98BD-41F2-B2D9-33C7F87B096A}" type="pres">
      <dgm:prSet presAssocID="{CA6B8E4F-836B-4DA6-B5FF-BA5AAE1E128E}" presName="parentText" presStyleLbl="node1" presStyleIdx="0" presStyleCnt="6">
        <dgm:presLayoutVars>
          <dgm:chMax val="0"/>
          <dgm:bulletEnabled val="1"/>
        </dgm:presLayoutVars>
      </dgm:prSet>
      <dgm:spPr/>
    </dgm:pt>
    <dgm:pt modelId="{30FD0664-7712-4FE1-9A94-3CEB4B5E97E0}" type="pres">
      <dgm:prSet presAssocID="{17713DC9-6CC9-4890-B5C9-ED064F9FB551}" presName="spacer" presStyleCnt="0"/>
      <dgm:spPr/>
    </dgm:pt>
    <dgm:pt modelId="{11D667D2-5294-4563-B3D1-A2B950C4CA83}" type="pres">
      <dgm:prSet presAssocID="{FCB6A43B-1777-477B-B284-26B56210C7A6}" presName="parentText" presStyleLbl="node1" presStyleIdx="1" presStyleCnt="6">
        <dgm:presLayoutVars>
          <dgm:chMax val="0"/>
          <dgm:bulletEnabled val="1"/>
        </dgm:presLayoutVars>
      </dgm:prSet>
      <dgm:spPr/>
    </dgm:pt>
    <dgm:pt modelId="{9D348B23-35C9-437A-8C0B-8DCAA37A9CD1}" type="pres">
      <dgm:prSet presAssocID="{F788DEDD-A4D2-4EFB-832E-15E6A32DD1A5}" presName="spacer" presStyleCnt="0"/>
      <dgm:spPr/>
    </dgm:pt>
    <dgm:pt modelId="{B4525589-205D-434D-B7C7-C01FE983808C}" type="pres">
      <dgm:prSet presAssocID="{2FA5DC65-E8D5-4DCD-B4F0-8D2186A2C65A}" presName="parentText" presStyleLbl="node1" presStyleIdx="2" presStyleCnt="6">
        <dgm:presLayoutVars>
          <dgm:chMax val="0"/>
          <dgm:bulletEnabled val="1"/>
        </dgm:presLayoutVars>
      </dgm:prSet>
      <dgm:spPr/>
    </dgm:pt>
    <dgm:pt modelId="{8265C800-66C2-4873-B1A1-EB1A1E44C028}" type="pres">
      <dgm:prSet presAssocID="{3BAAC8B6-E34A-4514-9CE4-D2F8DA48C51D}" presName="spacer" presStyleCnt="0"/>
      <dgm:spPr/>
    </dgm:pt>
    <dgm:pt modelId="{7A4AA1F8-0F04-46C1-96FE-F0A74211D3BE}" type="pres">
      <dgm:prSet presAssocID="{8656A6D4-BE4B-4B69-BB8E-20EDDE9E3BE5}" presName="parentText" presStyleLbl="node1" presStyleIdx="3" presStyleCnt="6">
        <dgm:presLayoutVars>
          <dgm:chMax val="0"/>
          <dgm:bulletEnabled val="1"/>
        </dgm:presLayoutVars>
      </dgm:prSet>
      <dgm:spPr/>
    </dgm:pt>
    <dgm:pt modelId="{E73F5FFE-B763-4A8A-B6CA-EC9D2CF03D7C}" type="pres">
      <dgm:prSet presAssocID="{C188A8F5-C2F6-41D2-8BCA-29D3437C030B}" presName="spacer" presStyleCnt="0"/>
      <dgm:spPr/>
    </dgm:pt>
    <dgm:pt modelId="{AE30AB70-DBF0-46CD-8E40-095B734579E7}" type="pres">
      <dgm:prSet presAssocID="{1AA32581-8D44-4CB9-B225-48A79ED5CC9E}" presName="parentText" presStyleLbl="node1" presStyleIdx="4" presStyleCnt="6">
        <dgm:presLayoutVars>
          <dgm:chMax val="0"/>
          <dgm:bulletEnabled val="1"/>
        </dgm:presLayoutVars>
      </dgm:prSet>
      <dgm:spPr/>
    </dgm:pt>
    <dgm:pt modelId="{B203FBD7-80A8-4C47-9123-C537D1627D33}" type="pres">
      <dgm:prSet presAssocID="{19701A35-F3BF-40FA-8AA1-4266110A84C2}" presName="spacer" presStyleCnt="0"/>
      <dgm:spPr/>
    </dgm:pt>
    <dgm:pt modelId="{5644001D-D982-4BC4-B570-9D1CBA6A681D}" type="pres">
      <dgm:prSet presAssocID="{95561BB3-E09B-411F-9F9C-CDC54555B960}" presName="parentText" presStyleLbl="node1" presStyleIdx="5" presStyleCnt="6">
        <dgm:presLayoutVars>
          <dgm:chMax val="0"/>
          <dgm:bulletEnabled val="1"/>
        </dgm:presLayoutVars>
      </dgm:prSet>
      <dgm:spPr/>
    </dgm:pt>
  </dgm:ptLst>
  <dgm:cxnLst>
    <dgm:cxn modelId="{302E0301-3BDC-4ED4-A911-A4D836F1346A}" type="presOf" srcId="{8656A6D4-BE4B-4B69-BB8E-20EDDE9E3BE5}" destId="{7A4AA1F8-0F04-46C1-96FE-F0A74211D3BE}" srcOrd="0" destOrd="0" presId="urn:microsoft.com/office/officeart/2005/8/layout/vList2"/>
    <dgm:cxn modelId="{FB86D529-4F39-4D34-A971-87ADC7D78B0F}" type="presOf" srcId="{FCB6A43B-1777-477B-B284-26B56210C7A6}" destId="{11D667D2-5294-4563-B3D1-A2B950C4CA83}" srcOrd="0" destOrd="0" presId="urn:microsoft.com/office/officeart/2005/8/layout/vList2"/>
    <dgm:cxn modelId="{D002272E-9248-40AB-9FDF-9D960816C7F1}" srcId="{C938ADD3-C65E-4F3B-AC81-3A34313EAFA1}" destId="{1AA32581-8D44-4CB9-B225-48A79ED5CC9E}" srcOrd="4" destOrd="0" parTransId="{1B67ED87-84D9-4A72-93D4-C2FA1B3721CF}" sibTransId="{19701A35-F3BF-40FA-8AA1-4266110A84C2}"/>
    <dgm:cxn modelId="{B473EC34-5344-4186-B05D-7259E0B75535}" type="presOf" srcId="{1AA32581-8D44-4CB9-B225-48A79ED5CC9E}" destId="{AE30AB70-DBF0-46CD-8E40-095B734579E7}" srcOrd="0" destOrd="0" presId="urn:microsoft.com/office/officeart/2005/8/layout/vList2"/>
    <dgm:cxn modelId="{5FEC2D70-44D3-4C96-BF30-9865AC09A7AF}" srcId="{C938ADD3-C65E-4F3B-AC81-3A34313EAFA1}" destId="{2FA5DC65-E8D5-4DCD-B4F0-8D2186A2C65A}" srcOrd="2" destOrd="0" parTransId="{66A00859-93A9-49F5-8D07-C43C6075E7DC}" sibTransId="{3BAAC8B6-E34A-4514-9CE4-D2F8DA48C51D}"/>
    <dgm:cxn modelId="{4385A874-CD6C-4AEB-8ECE-8629E494F6BB}" srcId="{C938ADD3-C65E-4F3B-AC81-3A34313EAFA1}" destId="{CA6B8E4F-836B-4DA6-B5FF-BA5AAE1E128E}" srcOrd="0" destOrd="0" parTransId="{B3CD8FF7-7743-442E-B5E3-8839A26577C7}" sibTransId="{17713DC9-6CC9-4890-B5C9-ED064F9FB551}"/>
    <dgm:cxn modelId="{DB06CF80-DD7B-406C-969A-E1BE18828A9C}" srcId="{C938ADD3-C65E-4F3B-AC81-3A34313EAFA1}" destId="{8656A6D4-BE4B-4B69-BB8E-20EDDE9E3BE5}" srcOrd="3" destOrd="0" parTransId="{D7F5FE49-7EFE-44E7-B839-581E849C5BAA}" sibTransId="{C188A8F5-C2F6-41D2-8BCA-29D3437C030B}"/>
    <dgm:cxn modelId="{7FD48187-BF28-42A0-8C06-9E119131EBB6}" type="presOf" srcId="{95561BB3-E09B-411F-9F9C-CDC54555B960}" destId="{5644001D-D982-4BC4-B570-9D1CBA6A681D}" srcOrd="0" destOrd="0" presId="urn:microsoft.com/office/officeart/2005/8/layout/vList2"/>
    <dgm:cxn modelId="{04032599-C46D-4C94-8D5C-0E2B0565F8E2}" type="presOf" srcId="{2FA5DC65-E8D5-4DCD-B4F0-8D2186A2C65A}" destId="{B4525589-205D-434D-B7C7-C01FE983808C}" srcOrd="0" destOrd="0" presId="urn:microsoft.com/office/officeart/2005/8/layout/vList2"/>
    <dgm:cxn modelId="{47C4A7A4-8CAB-4F9A-9F4F-590EAF8DD63D}" srcId="{C938ADD3-C65E-4F3B-AC81-3A34313EAFA1}" destId="{95561BB3-E09B-411F-9F9C-CDC54555B960}" srcOrd="5" destOrd="0" parTransId="{9D612C52-C582-420F-ABFA-BEBB9C8F2562}" sibTransId="{DD406FEB-D886-4347-B2F8-177C8DF24C14}"/>
    <dgm:cxn modelId="{B743AEDA-26AA-4D47-8F22-A06EFFF654B3}" type="presOf" srcId="{C938ADD3-C65E-4F3B-AC81-3A34313EAFA1}" destId="{CDD5FE88-55AC-40EE-AAF0-088D8A067952}" srcOrd="0" destOrd="0" presId="urn:microsoft.com/office/officeart/2005/8/layout/vList2"/>
    <dgm:cxn modelId="{C72E3DE3-0649-4349-B845-7FB97546256F}" srcId="{C938ADD3-C65E-4F3B-AC81-3A34313EAFA1}" destId="{FCB6A43B-1777-477B-B284-26B56210C7A6}" srcOrd="1" destOrd="0" parTransId="{E830DAA5-DF06-4F96-AD11-70FFCEE1DFA0}" sibTransId="{F788DEDD-A4D2-4EFB-832E-15E6A32DD1A5}"/>
    <dgm:cxn modelId="{60D3C8FF-EE82-4156-BB6D-AAE10FDC4438}" type="presOf" srcId="{CA6B8E4F-836B-4DA6-B5FF-BA5AAE1E128E}" destId="{215C3294-98BD-41F2-B2D9-33C7F87B096A}" srcOrd="0" destOrd="0" presId="urn:microsoft.com/office/officeart/2005/8/layout/vList2"/>
    <dgm:cxn modelId="{AF0211EA-ABD3-4D69-9E76-F6FEA4A28AFA}" type="presParOf" srcId="{CDD5FE88-55AC-40EE-AAF0-088D8A067952}" destId="{215C3294-98BD-41F2-B2D9-33C7F87B096A}" srcOrd="0" destOrd="0" presId="urn:microsoft.com/office/officeart/2005/8/layout/vList2"/>
    <dgm:cxn modelId="{FF3AE34C-C685-455F-AF76-4588C0F74B28}" type="presParOf" srcId="{CDD5FE88-55AC-40EE-AAF0-088D8A067952}" destId="{30FD0664-7712-4FE1-9A94-3CEB4B5E97E0}" srcOrd="1" destOrd="0" presId="urn:microsoft.com/office/officeart/2005/8/layout/vList2"/>
    <dgm:cxn modelId="{D899FD10-2A08-44EA-A422-A1C2F27AA415}" type="presParOf" srcId="{CDD5FE88-55AC-40EE-AAF0-088D8A067952}" destId="{11D667D2-5294-4563-B3D1-A2B950C4CA83}" srcOrd="2" destOrd="0" presId="urn:microsoft.com/office/officeart/2005/8/layout/vList2"/>
    <dgm:cxn modelId="{77F01D88-12A2-4EC6-8269-1DC4D7508DA3}" type="presParOf" srcId="{CDD5FE88-55AC-40EE-AAF0-088D8A067952}" destId="{9D348B23-35C9-437A-8C0B-8DCAA37A9CD1}" srcOrd="3" destOrd="0" presId="urn:microsoft.com/office/officeart/2005/8/layout/vList2"/>
    <dgm:cxn modelId="{DFEF2CAD-BA53-4D9F-9C70-37F4D82923D6}" type="presParOf" srcId="{CDD5FE88-55AC-40EE-AAF0-088D8A067952}" destId="{B4525589-205D-434D-B7C7-C01FE983808C}" srcOrd="4" destOrd="0" presId="urn:microsoft.com/office/officeart/2005/8/layout/vList2"/>
    <dgm:cxn modelId="{0EA83457-8088-4B0E-A75D-729EB8C9B6E3}" type="presParOf" srcId="{CDD5FE88-55AC-40EE-AAF0-088D8A067952}" destId="{8265C800-66C2-4873-B1A1-EB1A1E44C028}" srcOrd="5" destOrd="0" presId="urn:microsoft.com/office/officeart/2005/8/layout/vList2"/>
    <dgm:cxn modelId="{CBB85213-A645-44E0-B7F9-04986B202A06}" type="presParOf" srcId="{CDD5FE88-55AC-40EE-AAF0-088D8A067952}" destId="{7A4AA1F8-0F04-46C1-96FE-F0A74211D3BE}" srcOrd="6" destOrd="0" presId="urn:microsoft.com/office/officeart/2005/8/layout/vList2"/>
    <dgm:cxn modelId="{750054CA-2EC3-49AB-96FE-C667EE6317A4}" type="presParOf" srcId="{CDD5FE88-55AC-40EE-AAF0-088D8A067952}" destId="{E73F5FFE-B763-4A8A-B6CA-EC9D2CF03D7C}" srcOrd="7" destOrd="0" presId="urn:microsoft.com/office/officeart/2005/8/layout/vList2"/>
    <dgm:cxn modelId="{F641D379-CFDF-48C1-ADC2-5A3008AE2866}" type="presParOf" srcId="{CDD5FE88-55AC-40EE-AAF0-088D8A067952}" destId="{AE30AB70-DBF0-46CD-8E40-095B734579E7}" srcOrd="8" destOrd="0" presId="urn:microsoft.com/office/officeart/2005/8/layout/vList2"/>
    <dgm:cxn modelId="{8296D05C-6369-49F3-AAED-A239D5CBB977}" type="presParOf" srcId="{CDD5FE88-55AC-40EE-AAF0-088D8A067952}" destId="{B203FBD7-80A8-4C47-9123-C537D1627D33}" srcOrd="9" destOrd="0" presId="urn:microsoft.com/office/officeart/2005/8/layout/vList2"/>
    <dgm:cxn modelId="{BF562411-6844-4214-AF22-5972D85B5B7C}" type="presParOf" srcId="{CDD5FE88-55AC-40EE-AAF0-088D8A067952}" destId="{5644001D-D982-4BC4-B570-9D1CBA6A681D}" srcOrd="10"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0808B0-20F3-466F-AB2F-850592AC1D81}">
      <dsp:nvSpPr>
        <dsp:cNvPr id="0" name=""/>
        <dsp:cNvSpPr/>
      </dsp:nvSpPr>
      <dsp:spPr>
        <a:xfrm>
          <a:off x="0" y="162536"/>
          <a:ext cx="1610296" cy="102253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F02D13-10FF-4D24-BC35-43E1C4550F7F}">
      <dsp:nvSpPr>
        <dsp:cNvPr id="0" name=""/>
        <dsp:cNvSpPr/>
      </dsp:nvSpPr>
      <dsp:spPr>
        <a:xfrm>
          <a:off x="178921" y="332512"/>
          <a:ext cx="1610296" cy="102253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kern="1200" dirty="0"/>
            <a:t>R² Score : -0.04</a:t>
          </a:r>
          <a:endParaRPr lang="en-US" sz="2500" kern="1200" dirty="0"/>
        </a:p>
      </dsp:txBody>
      <dsp:txXfrm>
        <a:off x="208870" y="362461"/>
        <a:ext cx="1550398" cy="962640"/>
      </dsp:txXfrm>
    </dsp:sp>
    <dsp:sp modelId="{173565E4-3C01-432A-82C6-1542804469BF}">
      <dsp:nvSpPr>
        <dsp:cNvPr id="0" name=""/>
        <dsp:cNvSpPr/>
      </dsp:nvSpPr>
      <dsp:spPr>
        <a:xfrm>
          <a:off x="1968140" y="162536"/>
          <a:ext cx="1610296" cy="102253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D83B2B-BADF-4EEB-8D4A-E8DE0908786D}">
      <dsp:nvSpPr>
        <dsp:cNvPr id="0" name=""/>
        <dsp:cNvSpPr/>
      </dsp:nvSpPr>
      <dsp:spPr>
        <a:xfrm>
          <a:off x="2147062" y="332512"/>
          <a:ext cx="1610296" cy="102253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kern="1200"/>
            <a:t>MAE  : 14589.28</a:t>
          </a:r>
          <a:endParaRPr lang="en-US" sz="2500" kern="1200"/>
        </a:p>
      </dsp:txBody>
      <dsp:txXfrm>
        <a:off x="2177011" y="362461"/>
        <a:ext cx="1550398" cy="962640"/>
      </dsp:txXfrm>
    </dsp:sp>
    <dsp:sp modelId="{BF2DB0A5-CD43-4004-BF86-855E753238FF}">
      <dsp:nvSpPr>
        <dsp:cNvPr id="0" name=""/>
        <dsp:cNvSpPr/>
      </dsp:nvSpPr>
      <dsp:spPr>
        <a:xfrm>
          <a:off x="3936281" y="162536"/>
          <a:ext cx="1610296" cy="102253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FD7B77-F0BC-4AA2-BAA1-0339375568D1}">
      <dsp:nvSpPr>
        <dsp:cNvPr id="0" name=""/>
        <dsp:cNvSpPr/>
      </dsp:nvSpPr>
      <dsp:spPr>
        <a:xfrm>
          <a:off x="4115203" y="332512"/>
          <a:ext cx="1610296" cy="102253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kern="1200"/>
            <a:t>RMSE : 19417.38</a:t>
          </a:r>
          <a:endParaRPr lang="en-US" sz="2500" kern="1200"/>
        </a:p>
      </dsp:txBody>
      <dsp:txXfrm>
        <a:off x="4145152" y="362461"/>
        <a:ext cx="1550398" cy="9626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13A6C5-B646-4C28-AE57-11419DBDB413}">
      <dsp:nvSpPr>
        <dsp:cNvPr id="0" name=""/>
        <dsp:cNvSpPr/>
      </dsp:nvSpPr>
      <dsp:spPr>
        <a:xfrm>
          <a:off x="0" y="3729"/>
          <a:ext cx="4211240" cy="7943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D8B63B-A730-41B4-95E7-0FE5D7BCFB54}">
      <dsp:nvSpPr>
        <dsp:cNvPr id="0" name=""/>
        <dsp:cNvSpPr/>
      </dsp:nvSpPr>
      <dsp:spPr>
        <a:xfrm>
          <a:off x="240293" y="182460"/>
          <a:ext cx="436897" cy="4368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A9BDF0F-50A2-4B7C-8ACD-C3DAC7AB6F04}">
      <dsp:nvSpPr>
        <dsp:cNvPr id="0" name=""/>
        <dsp:cNvSpPr/>
      </dsp:nvSpPr>
      <dsp:spPr>
        <a:xfrm>
          <a:off x="917484" y="3729"/>
          <a:ext cx="3293755" cy="794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070" tIns="84070" rIns="84070" bIns="84070" numCol="1" spcCol="1270" anchor="ctr" anchorCtr="0">
          <a:noAutofit/>
        </a:bodyPr>
        <a:lstStyle/>
        <a:p>
          <a:pPr marL="0" lvl="0" indent="0" algn="l" defTabSz="711200">
            <a:lnSpc>
              <a:spcPct val="90000"/>
            </a:lnSpc>
            <a:spcBef>
              <a:spcPct val="0"/>
            </a:spcBef>
            <a:spcAft>
              <a:spcPct val="35000"/>
            </a:spcAft>
            <a:buNone/>
          </a:pPr>
          <a:r>
            <a:rPr lang="en-US" sz="1600" kern="1200"/>
            <a:t>Sales show strong seasonality</a:t>
          </a:r>
        </a:p>
      </dsp:txBody>
      <dsp:txXfrm>
        <a:off x="917484" y="3729"/>
        <a:ext cx="3293755" cy="794359"/>
      </dsp:txXfrm>
    </dsp:sp>
    <dsp:sp modelId="{A6A02AA4-FE05-48F4-B695-657538DC5E46}">
      <dsp:nvSpPr>
        <dsp:cNvPr id="0" name=""/>
        <dsp:cNvSpPr/>
      </dsp:nvSpPr>
      <dsp:spPr>
        <a:xfrm>
          <a:off x="0" y="996678"/>
          <a:ext cx="4211240" cy="7943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68C257-22FD-4E02-94F4-4D9621CF2597}">
      <dsp:nvSpPr>
        <dsp:cNvPr id="0" name=""/>
        <dsp:cNvSpPr/>
      </dsp:nvSpPr>
      <dsp:spPr>
        <a:xfrm>
          <a:off x="240293" y="1175408"/>
          <a:ext cx="436897" cy="4368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F9B063E-6715-4D15-A250-DAA8B49FA874}">
      <dsp:nvSpPr>
        <dsp:cNvPr id="0" name=""/>
        <dsp:cNvSpPr/>
      </dsp:nvSpPr>
      <dsp:spPr>
        <a:xfrm>
          <a:off x="917484" y="996678"/>
          <a:ext cx="3293755" cy="794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070" tIns="84070" rIns="84070" bIns="84070" numCol="1" spcCol="1270" anchor="ctr" anchorCtr="0">
          <a:noAutofit/>
        </a:bodyPr>
        <a:lstStyle/>
        <a:p>
          <a:pPr marL="0" lvl="0" indent="0" algn="l" defTabSz="711200">
            <a:lnSpc>
              <a:spcPct val="90000"/>
            </a:lnSpc>
            <a:spcBef>
              <a:spcPct val="0"/>
            </a:spcBef>
            <a:spcAft>
              <a:spcPct val="35000"/>
            </a:spcAft>
            <a:buNone/>
          </a:pPr>
          <a:r>
            <a:rPr lang="en-US" sz="1600" kern="1200"/>
            <a:t>Holidays and discounts drive revenue uplift</a:t>
          </a:r>
        </a:p>
      </dsp:txBody>
      <dsp:txXfrm>
        <a:off x="917484" y="996678"/>
        <a:ext cx="3293755" cy="794359"/>
      </dsp:txXfrm>
    </dsp:sp>
    <dsp:sp modelId="{147D80A9-F57F-4D6B-A364-484373475874}">
      <dsp:nvSpPr>
        <dsp:cNvPr id="0" name=""/>
        <dsp:cNvSpPr/>
      </dsp:nvSpPr>
      <dsp:spPr>
        <a:xfrm>
          <a:off x="0" y="1989626"/>
          <a:ext cx="4211240" cy="7943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061FC2-D082-42F1-AF9C-A88B38BB4698}">
      <dsp:nvSpPr>
        <dsp:cNvPr id="0" name=""/>
        <dsp:cNvSpPr/>
      </dsp:nvSpPr>
      <dsp:spPr>
        <a:xfrm>
          <a:off x="240293" y="2168357"/>
          <a:ext cx="436897" cy="4368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A9C6D60-F83B-4448-AE17-7A72F62F9CB7}">
      <dsp:nvSpPr>
        <dsp:cNvPr id="0" name=""/>
        <dsp:cNvSpPr/>
      </dsp:nvSpPr>
      <dsp:spPr>
        <a:xfrm>
          <a:off x="917484" y="1989626"/>
          <a:ext cx="3293755" cy="794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070" tIns="84070" rIns="84070" bIns="84070" numCol="1" spcCol="1270" anchor="ctr" anchorCtr="0">
          <a:noAutofit/>
        </a:bodyPr>
        <a:lstStyle/>
        <a:p>
          <a:pPr marL="0" lvl="0" indent="0" algn="l" defTabSz="711200">
            <a:lnSpc>
              <a:spcPct val="90000"/>
            </a:lnSpc>
            <a:spcBef>
              <a:spcPct val="0"/>
            </a:spcBef>
            <a:spcAft>
              <a:spcPct val="35000"/>
            </a:spcAft>
            <a:buNone/>
          </a:pPr>
          <a:r>
            <a:rPr lang="en-US" sz="1600" kern="1200"/>
            <a:t>Few stores generate majority of sales volume</a:t>
          </a:r>
        </a:p>
      </dsp:txBody>
      <dsp:txXfrm>
        <a:off x="917484" y="1989626"/>
        <a:ext cx="3293755" cy="794359"/>
      </dsp:txXfrm>
    </dsp:sp>
    <dsp:sp modelId="{67BAE7BB-F9FF-48C7-B78E-A197E195A02A}">
      <dsp:nvSpPr>
        <dsp:cNvPr id="0" name=""/>
        <dsp:cNvSpPr/>
      </dsp:nvSpPr>
      <dsp:spPr>
        <a:xfrm>
          <a:off x="0" y="2982575"/>
          <a:ext cx="4211240" cy="7943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67E00C-8F59-4245-A7CE-6C886B28BC7C}">
      <dsp:nvSpPr>
        <dsp:cNvPr id="0" name=""/>
        <dsp:cNvSpPr/>
      </dsp:nvSpPr>
      <dsp:spPr>
        <a:xfrm>
          <a:off x="240293" y="3161306"/>
          <a:ext cx="436897" cy="4368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9928E5F-E46D-40F2-B075-CBCF80E0623A}">
      <dsp:nvSpPr>
        <dsp:cNvPr id="0" name=""/>
        <dsp:cNvSpPr/>
      </dsp:nvSpPr>
      <dsp:spPr>
        <a:xfrm>
          <a:off x="917484" y="2982575"/>
          <a:ext cx="3293755" cy="794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070" tIns="84070" rIns="84070" bIns="84070" numCol="1" spcCol="1270" anchor="ctr" anchorCtr="0">
          <a:noAutofit/>
        </a:bodyPr>
        <a:lstStyle/>
        <a:p>
          <a:pPr marL="0" lvl="0" indent="0" algn="l" defTabSz="711200">
            <a:lnSpc>
              <a:spcPct val="90000"/>
            </a:lnSpc>
            <a:spcBef>
              <a:spcPct val="0"/>
            </a:spcBef>
            <a:spcAft>
              <a:spcPct val="35000"/>
            </a:spcAft>
            <a:buNone/>
          </a:pPr>
          <a:r>
            <a:rPr lang="en-US" sz="1600" kern="1200"/>
            <a:t>Forecasting improves inventory planning &amp; budgeting</a:t>
          </a:r>
        </a:p>
      </dsp:txBody>
      <dsp:txXfrm>
        <a:off x="917484" y="2982575"/>
        <a:ext cx="3293755" cy="794359"/>
      </dsp:txXfrm>
    </dsp:sp>
    <dsp:sp modelId="{31182F5B-4F4A-46C1-B22B-35184BFFAB01}">
      <dsp:nvSpPr>
        <dsp:cNvPr id="0" name=""/>
        <dsp:cNvSpPr/>
      </dsp:nvSpPr>
      <dsp:spPr>
        <a:xfrm>
          <a:off x="0" y="3975524"/>
          <a:ext cx="4211240" cy="7943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338ACE-B385-451F-B38E-CB8FEDE8EC76}">
      <dsp:nvSpPr>
        <dsp:cNvPr id="0" name=""/>
        <dsp:cNvSpPr/>
      </dsp:nvSpPr>
      <dsp:spPr>
        <a:xfrm>
          <a:off x="240293" y="4154255"/>
          <a:ext cx="436897" cy="43689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CA73746-BC90-4189-8FF7-CBF910958260}">
      <dsp:nvSpPr>
        <dsp:cNvPr id="0" name=""/>
        <dsp:cNvSpPr/>
      </dsp:nvSpPr>
      <dsp:spPr>
        <a:xfrm>
          <a:off x="917484" y="3975524"/>
          <a:ext cx="3293755" cy="794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070" tIns="84070" rIns="84070" bIns="84070" numCol="1" spcCol="1270" anchor="ctr" anchorCtr="0">
          <a:noAutofit/>
        </a:bodyPr>
        <a:lstStyle/>
        <a:p>
          <a:pPr marL="0" lvl="0" indent="0" algn="l" defTabSz="711200">
            <a:lnSpc>
              <a:spcPct val="90000"/>
            </a:lnSpc>
            <a:spcBef>
              <a:spcPct val="0"/>
            </a:spcBef>
            <a:spcAft>
              <a:spcPct val="35000"/>
            </a:spcAft>
            <a:buNone/>
          </a:pPr>
          <a:r>
            <a:rPr lang="en-US" sz="1600" kern="1200"/>
            <a:t>Data segmentation enables targeted business strategy</a:t>
          </a:r>
        </a:p>
      </dsp:txBody>
      <dsp:txXfrm>
        <a:off x="917484" y="3975524"/>
        <a:ext cx="3293755" cy="7943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5C3294-98BD-41F2-B2D9-33C7F87B096A}">
      <dsp:nvSpPr>
        <dsp:cNvPr id="0" name=""/>
        <dsp:cNvSpPr/>
      </dsp:nvSpPr>
      <dsp:spPr>
        <a:xfrm>
          <a:off x="0" y="8280"/>
          <a:ext cx="4872038" cy="716040"/>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a:t>Data Cleaning &amp; Transformation using Pandas</a:t>
          </a:r>
          <a:endParaRPr lang="en-US" sz="1800" kern="1200"/>
        </a:p>
      </dsp:txBody>
      <dsp:txXfrm>
        <a:off x="34954" y="43234"/>
        <a:ext cx="4802130" cy="646132"/>
      </dsp:txXfrm>
    </dsp:sp>
    <dsp:sp modelId="{11D667D2-5294-4563-B3D1-A2B950C4CA83}">
      <dsp:nvSpPr>
        <dsp:cNvPr id="0" name=""/>
        <dsp:cNvSpPr/>
      </dsp:nvSpPr>
      <dsp:spPr>
        <a:xfrm>
          <a:off x="0" y="776160"/>
          <a:ext cx="4872038" cy="716040"/>
        </a:xfrm>
        <a:prstGeom prst="roundRect">
          <a:avLst/>
        </a:prstGeom>
        <a:gradFill rotWithShape="0">
          <a:gsLst>
            <a:gs pos="0">
              <a:schemeClr val="accent2">
                <a:hueOff val="270963"/>
                <a:satOff val="-1326"/>
                <a:lumOff val="745"/>
                <a:alphaOff val="0"/>
                <a:tint val="98000"/>
                <a:lumMod val="114000"/>
              </a:schemeClr>
            </a:gs>
            <a:gs pos="100000">
              <a:schemeClr val="accent2">
                <a:hueOff val="270963"/>
                <a:satOff val="-1326"/>
                <a:lumOff val="74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a:t>Visualization using Matplotlib &amp; Seaborn</a:t>
          </a:r>
          <a:endParaRPr lang="en-US" sz="1800" kern="1200"/>
        </a:p>
      </dsp:txBody>
      <dsp:txXfrm>
        <a:off x="34954" y="811114"/>
        <a:ext cx="4802130" cy="646132"/>
      </dsp:txXfrm>
    </dsp:sp>
    <dsp:sp modelId="{B4525589-205D-434D-B7C7-C01FE983808C}">
      <dsp:nvSpPr>
        <dsp:cNvPr id="0" name=""/>
        <dsp:cNvSpPr/>
      </dsp:nvSpPr>
      <dsp:spPr>
        <a:xfrm>
          <a:off x="0" y="1544040"/>
          <a:ext cx="4872038" cy="716040"/>
        </a:xfrm>
        <a:prstGeom prst="roundRect">
          <a:avLst/>
        </a:prstGeom>
        <a:gradFill rotWithShape="0">
          <a:gsLst>
            <a:gs pos="0">
              <a:schemeClr val="accent2">
                <a:hueOff val="541926"/>
                <a:satOff val="-2653"/>
                <a:lumOff val="1490"/>
                <a:alphaOff val="0"/>
                <a:tint val="98000"/>
                <a:lumMod val="114000"/>
              </a:schemeClr>
            </a:gs>
            <a:gs pos="100000">
              <a:schemeClr val="accent2">
                <a:hueOff val="541926"/>
                <a:satOff val="-2653"/>
                <a:lumOff val="149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a:t>Hypothesis Testing </a:t>
          </a:r>
          <a:endParaRPr lang="en-US" sz="1800" kern="1200"/>
        </a:p>
      </dsp:txBody>
      <dsp:txXfrm>
        <a:off x="34954" y="1578994"/>
        <a:ext cx="4802130" cy="646132"/>
      </dsp:txXfrm>
    </dsp:sp>
    <dsp:sp modelId="{7A4AA1F8-0F04-46C1-96FE-F0A74211D3BE}">
      <dsp:nvSpPr>
        <dsp:cNvPr id="0" name=""/>
        <dsp:cNvSpPr/>
      </dsp:nvSpPr>
      <dsp:spPr>
        <a:xfrm>
          <a:off x="0" y="2311920"/>
          <a:ext cx="4872038" cy="716040"/>
        </a:xfrm>
        <a:prstGeom prst="roundRect">
          <a:avLst/>
        </a:prstGeom>
        <a:gradFill rotWithShape="0">
          <a:gsLst>
            <a:gs pos="0">
              <a:schemeClr val="accent2">
                <a:hueOff val="812888"/>
                <a:satOff val="-3979"/>
                <a:lumOff val="2235"/>
                <a:alphaOff val="0"/>
                <a:tint val="98000"/>
                <a:lumMod val="114000"/>
              </a:schemeClr>
            </a:gs>
            <a:gs pos="100000">
              <a:schemeClr val="accent2">
                <a:hueOff val="812888"/>
                <a:satOff val="-3979"/>
                <a:lumOff val="223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a:t>Predictive Modelling using scikit-learn (Linear Regression)</a:t>
          </a:r>
          <a:endParaRPr lang="en-US" sz="1800" kern="1200"/>
        </a:p>
      </dsp:txBody>
      <dsp:txXfrm>
        <a:off x="34954" y="2346874"/>
        <a:ext cx="4802130" cy="646132"/>
      </dsp:txXfrm>
    </dsp:sp>
    <dsp:sp modelId="{AE30AB70-DBF0-46CD-8E40-095B734579E7}">
      <dsp:nvSpPr>
        <dsp:cNvPr id="0" name=""/>
        <dsp:cNvSpPr/>
      </dsp:nvSpPr>
      <dsp:spPr>
        <a:xfrm>
          <a:off x="0" y="3079800"/>
          <a:ext cx="4872038" cy="716040"/>
        </a:xfrm>
        <a:prstGeom prst="roundRect">
          <a:avLst/>
        </a:prstGeom>
        <a:gradFill rotWithShape="0">
          <a:gsLst>
            <a:gs pos="0">
              <a:schemeClr val="accent2">
                <a:hueOff val="1083851"/>
                <a:satOff val="-5306"/>
                <a:lumOff val="2980"/>
                <a:alphaOff val="0"/>
                <a:tint val="98000"/>
                <a:lumMod val="114000"/>
              </a:schemeClr>
            </a:gs>
            <a:gs pos="100000">
              <a:schemeClr val="accent2">
                <a:hueOff val="1083851"/>
                <a:satOff val="-5306"/>
                <a:lumOff val="298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a:t>Time-Series Forecasting using ARIMA or Exponential Smoothing</a:t>
          </a:r>
          <a:endParaRPr lang="en-US" sz="1800" kern="1200"/>
        </a:p>
      </dsp:txBody>
      <dsp:txXfrm>
        <a:off x="34954" y="3114754"/>
        <a:ext cx="4802130" cy="646132"/>
      </dsp:txXfrm>
    </dsp:sp>
    <dsp:sp modelId="{5644001D-D982-4BC4-B570-9D1CBA6A681D}">
      <dsp:nvSpPr>
        <dsp:cNvPr id="0" name=""/>
        <dsp:cNvSpPr/>
      </dsp:nvSpPr>
      <dsp:spPr>
        <a:xfrm>
          <a:off x="0" y="3847680"/>
          <a:ext cx="4872038" cy="716040"/>
        </a:xfrm>
        <a:prstGeom prst="roundRect">
          <a:avLst/>
        </a:prstGeom>
        <a:gradFill rotWithShape="0">
          <a:gsLst>
            <a:gs pos="0">
              <a:schemeClr val="accent2">
                <a:hueOff val="1354814"/>
                <a:satOff val="-6632"/>
                <a:lumOff val="3725"/>
                <a:alphaOff val="0"/>
                <a:tint val="98000"/>
                <a:lumMod val="114000"/>
              </a:schemeClr>
            </a:gs>
            <a:gs pos="100000">
              <a:schemeClr val="accent2">
                <a:hueOff val="1354814"/>
                <a:satOff val="-6632"/>
                <a:lumOff val="372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a:t>Business-driven inventory + promotion recommendations</a:t>
          </a:r>
          <a:endParaRPr lang="en-US" sz="1800" kern="1200"/>
        </a:p>
      </dsp:txBody>
      <dsp:txXfrm>
        <a:off x="34954" y="3882634"/>
        <a:ext cx="4802130" cy="64613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5501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1299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1941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41271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75348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80188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0739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3809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26537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20563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1064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165859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880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4812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5551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538428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9226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11/30/2025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4634845"/>
      </p:ext>
    </p:extLst>
  </p:cSld>
  <p:clrMap bg1="dk1" tx1="lt1" bg2="dk2" tx2="lt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 id="2147483824" r:id="rId13"/>
    <p:sldLayoutId id="2147483825" r:id="rId14"/>
    <p:sldLayoutId id="2147483826" r:id="rId15"/>
    <p:sldLayoutId id="2147483827" r:id="rId16"/>
    <p:sldLayoutId id="2147483828"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1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4.png"/><Relationship Id="rId7" Type="http://schemas.openxmlformats.org/officeDocument/2006/relationships/diagramLayout" Target="../diagrams/layout2.xml"/><Relationship Id="rId2" Type="http://schemas.openxmlformats.org/officeDocument/2006/relationships/image" Target="../media/image3.png"/><Relationship Id="rId1" Type="http://schemas.openxmlformats.org/officeDocument/2006/relationships/slideLayout" Target="../slideLayouts/slideLayout11.xml"/><Relationship Id="rId6" Type="http://schemas.openxmlformats.org/officeDocument/2006/relationships/diagramData" Target="../diagrams/data2.xml"/><Relationship Id="rId5" Type="http://schemas.openxmlformats.org/officeDocument/2006/relationships/image" Target="../media/image6.png"/><Relationship Id="rId10" Type="http://schemas.microsoft.com/office/2007/relationships/diagramDrawing" Target="../diagrams/drawing2.xml"/><Relationship Id="rId4" Type="http://schemas.openxmlformats.org/officeDocument/2006/relationships/image" Target="../media/image5.png"/><Relationship Id="rId9" Type="http://schemas.openxmlformats.org/officeDocument/2006/relationships/diagramColors" Target="../diagrams/colors2.xml"/></Relationships>
</file>

<file path=ppt/slides/_rels/slide20.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image" Target="../media/image4.png"/><Relationship Id="rId7" Type="http://schemas.openxmlformats.org/officeDocument/2006/relationships/diagramLayout" Target="../diagrams/layout3.xml"/><Relationship Id="rId2" Type="http://schemas.openxmlformats.org/officeDocument/2006/relationships/image" Target="../media/image3.png"/><Relationship Id="rId1" Type="http://schemas.openxmlformats.org/officeDocument/2006/relationships/slideLayout" Target="../slideLayouts/slideLayout11.xml"/><Relationship Id="rId6" Type="http://schemas.openxmlformats.org/officeDocument/2006/relationships/diagramData" Target="../diagrams/data3.xml"/><Relationship Id="rId5" Type="http://schemas.openxmlformats.org/officeDocument/2006/relationships/image" Target="../media/image6.png"/><Relationship Id="rId10" Type="http://schemas.microsoft.com/office/2007/relationships/diagramDrawing" Target="../diagrams/drawing3.xml"/><Relationship Id="rId4" Type="http://schemas.openxmlformats.org/officeDocument/2006/relationships/image" Target="../media/image5.png"/><Relationship Id="rId9" Type="http://schemas.openxmlformats.org/officeDocument/2006/relationships/diagramColors" Target="../diagrams/colors3.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85775" y="1454964"/>
            <a:ext cx="4691671" cy="3308840"/>
          </a:xfrm>
        </p:spPr>
        <p:txBody>
          <a:bodyPr>
            <a:normAutofit/>
          </a:bodyPr>
          <a:lstStyle/>
          <a:p>
            <a:pPr>
              <a:lnSpc>
                <a:spcPct val="90000"/>
              </a:lnSpc>
            </a:pPr>
            <a:r>
              <a:rPr lang="en-US" sz="3600" dirty="0"/>
              <a:t>Capstone Project: Sales Insights &amp; Demand Forecasting for a Retail Chain</a:t>
            </a:r>
            <a:br>
              <a:rPr lang="en-US" sz="3400" dirty="0"/>
            </a:br>
            <a:endParaRPr lang="en-US" sz="3400" dirty="0"/>
          </a:p>
        </p:txBody>
      </p:sp>
      <p:sp>
        <p:nvSpPr>
          <p:cNvPr id="3" name="Subtitle 2"/>
          <p:cNvSpPr>
            <a:spLocks noGrp="1"/>
          </p:cNvSpPr>
          <p:nvPr>
            <p:ph type="subTitle" idx="1"/>
          </p:nvPr>
        </p:nvSpPr>
        <p:spPr>
          <a:xfrm>
            <a:off x="485775" y="4763803"/>
            <a:ext cx="4691671" cy="639233"/>
          </a:xfrm>
        </p:spPr>
        <p:txBody>
          <a:bodyPr>
            <a:normAutofit fontScale="92500" lnSpcReduction="10000"/>
          </a:bodyPr>
          <a:lstStyle/>
          <a:p>
            <a:r>
              <a:rPr lang="en-US" dirty="0"/>
              <a:t>Prepared By: </a:t>
            </a:r>
            <a:r>
              <a:rPr lang="en-US" b="1" dirty="0"/>
              <a:t>Anushree Diwan</a:t>
            </a:r>
            <a:br>
              <a:rPr lang="en-US" dirty="0"/>
            </a:br>
            <a:endParaRPr lang="en-US" dirty="0"/>
          </a:p>
        </p:txBody>
      </p:sp>
      <p:pic>
        <p:nvPicPr>
          <p:cNvPr id="5" name="Picture 4" descr="Person writing on a notepad">
            <a:extLst>
              <a:ext uri="{FF2B5EF4-FFF2-40B4-BE49-F238E27FC236}">
                <a16:creationId xmlns:a16="http://schemas.microsoft.com/office/drawing/2014/main" id="{B658A897-3832-1F00-F8AF-CB26B6D2C8B8}"/>
              </a:ext>
            </a:extLst>
          </p:cNvPr>
          <p:cNvPicPr>
            <a:picLocks noChangeAspect="1"/>
          </p:cNvPicPr>
          <p:nvPr/>
        </p:nvPicPr>
        <p:blipFill>
          <a:blip r:embed="rId3"/>
          <a:srcRect l="25370" r="34461"/>
          <a:stretch>
            <a:fillRect/>
          </a:stretch>
        </p:blipFill>
        <p:spPr>
          <a:xfrm>
            <a:off x="5667986" y="10"/>
            <a:ext cx="3476014" cy="6857990"/>
          </a:xfrm>
          <a:prstGeom prst="rect">
            <a:avLst/>
          </a:prstGeom>
        </p:spPr>
      </p:pic>
      <p:sp>
        <p:nvSpPr>
          <p:cNvPr id="12" name="Rectangle 11">
            <a:extLst>
              <a:ext uri="{FF2B5EF4-FFF2-40B4-BE49-F238E27FC236}">
                <a16:creationId xmlns:a16="http://schemas.microsoft.com/office/drawing/2014/main" id="{DEC9835E-03D3-4D0F-9408-14C8B62C0F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68" name="Picture 6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70" name="Picture 6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72" name="Oval 7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74" name="Picture 7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76" name="Picture 7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78" name="Rectangle 7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80" name="Rectangle 79">
            <a:extLst>
              <a:ext uri="{FF2B5EF4-FFF2-40B4-BE49-F238E27FC236}">
                <a16:creationId xmlns:a16="http://schemas.microsoft.com/office/drawing/2014/main" id="{DDBA86CC-34C3-43C1-B328-62490FE69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B394B9-4B4A-1347-068A-8026514372ED}"/>
              </a:ext>
            </a:extLst>
          </p:cNvPr>
          <p:cNvSpPr>
            <a:spLocks noGrp="1"/>
          </p:cNvSpPr>
          <p:nvPr>
            <p:ph type="ctrTitle"/>
          </p:nvPr>
        </p:nvSpPr>
        <p:spPr>
          <a:xfrm>
            <a:off x="489857" y="1645920"/>
            <a:ext cx="2642159" cy="4470821"/>
          </a:xfrm>
        </p:spPr>
        <p:txBody>
          <a:bodyPr vert="horz" lIns="91440" tIns="45720" rIns="91440" bIns="45720" rtlCol="0" anchor="t">
            <a:normAutofit/>
          </a:bodyPr>
          <a:lstStyle/>
          <a:p>
            <a:pPr algn="r" defTabSz="457200">
              <a:lnSpc>
                <a:spcPct val="90000"/>
              </a:lnSpc>
            </a:pPr>
            <a:r>
              <a:rPr lang="en-US" sz="3600" b="0" i="0" kern="1200" dirty="0">
                <a:solidFill>
                  <a:schemeClr val="tx1"/>
                </a:solidFill>
                <a:latin typeface="+mj-lt"/>
                <a:ea typeface="+mj-ea"/>
                <a:cs typeface="+mj-cs"/>
              </a:rPr>
              <a:t>EXECUTIVE OVERVIEW</a:t>
            </a:r>
            <a:br>
              <a:rPr lang="en-US" sz="3600" b="0" i="0" kern="1200" dirty="0">
                <a:solidFill>
                  <a:schemeClr val="tx1"/>
                </a:solidFill>
                <a:latin typeface="+mj-lt"/>
                <a:ea typeface="+mj-ea"/>
                <a:cs typeface="+mj-cs"/>
              </a:rPr>
            </a:br>
            <a:r>
              <a:rPr lang="en-US" sz="3600" b="0" i="0" kern="1200" dirty="0">
                <a:solidFill>
                  <a:schemeClr val="tx1"/>
                </a:solidFill>
                <a:latin typeface="+mj-lt"/>
                <a:ea typeface="+mj-ea"/>
                <a:cs typeface="+mj-cs"/>
              </a:rPr>
              <a:t>🎯 </a:t>
            </a:r>
            <a:r>
              <a:rPr lang="en-US" sz="3600" dirty="0">
                <a:solidFill>
                  <a:schemeClr val="tx1"/>
                </a:solidFill>
              </a:rPr>
              <a:t>Business Objective</a:t>
            </a:r>
            <a:br>
              <a:rPr lang="en-US" sz="3600" dirty="0">
                <a:solidFill>
                  <a:schemeClr val="tx1"/>
                </a:solidFill>
              </a:rPr>
            </a:br>
            <a:endParaRPr lang="en-US" sz="3600" b="0" i="0" kern="1200" dirty="0">
              <a:solidFill>
                <a:schemeClr val="tx1"/>
              </a:solidFill>
              <a:latin typeface="+mj-lt"/>
              <a:ea typeface="+mj-ea"/>
              <a:cs typeface="+mj-cs"/>
            </a:endParaRPr>
          </a:p>
        </p:txBody>
      </p:sp>
      <p:sp>
        <p:nvSpPr>
          <p:cNvPr id="82" name="Rectangle 81">
            <a:extLst>
              <a:ext uri="{FF2B5EF4-FFF2-40B4-BE49-F238E27FC236}">
                <a16:creationId xmlns:a16="http://schemas.microsoft.com/office/drawing/2014/main" id="{9CF4C9D6-90BC-48A0-91E8-0F0373CA1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 name="Rectangle 1">
            <a:extLst>
              <a:ext uri="{FF2B5EF4-FFF2-40B4-BE49-F238E27FC236}">
                <a16:creationId xmlns:a16="http://schemas.microsoft.com/office/drawing/2014/main" id="{5A4626C8-5C6C-E874-0911-9BF3B4A72619}"/>
              </a:ext>
            </a:extLst>
          </p:cNvPr>
          <p:cNvSpPr>
            <a:spLocks noGrp="1" noChangeArrowheads="1"/>
          </p:cNvSpPr>
          <p:nvPr>
            <p:ph type="subTitle" idx="1"/>
          </p:nvPr>
        </p:nvSpPr>
        <p:spPr bwMode="auto">
          <a:xfrm>
            <a:off x="3621873" y="1645920"/>
            <a:ext cx="4720836" cy="447082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defTabSz="457200">
              <a:buFont typeface="Wingdings 3" charset="2"/>
              <a:buChar char=""/>
            </a:pPr>
            <a:r>
              <a:rPr lang="en-US" dirty="0">
                <a:solidFill>
                  <a:schemeClr val="tx1"/>
                </a:solidFill>
              </a:rPr>
              <a:t>Understand how sales vary across regions, product categories, and time</a:t>
            </a:r>
          </a:p>
          <a:p>
            <a:pPr defTabSz="457200">
              <a:buFont typeface="Wingdings 3" charset="2"/>
              <a:buChar char=""/>
            </a:pPr>
            <a:endParaRPr lang="en-US" dirty="0">
              <a:solidFill>
                <a:schemeClr val="tx1"/>
              </a:solidFill>
            </a:endParaRPr>
          </a:p>
          <a:p>
            <a:pPr defTabSz="457200">
              <a:buFont typeface="Wingdings 3" charset="2"/>
              <a:buChar char=""/>
            </a:pPr>
            <a:r>
              <a:rPr lang="en-US" dirty="0">
                <a:solidFill>
                  <a:schemeClr val="tx1"/>
                </a:solidFill>
              </a:rPr>
              <a:t>Identify key revenue drivers (discounts, holidays, store contribution)</a:t>
            </a:r>
          </a:p>
          <a:p>
            <a:pPr defTabSz="457200">
              <a:buFont typeface="Wingdings 3" charset="2"/>
              <a:buChar char=""/>
            </a:pPr>
            <a:endParaRPr lang="en-US" dirty="0">
              <a:solidFill>
                <a:schemeClr val="tx1"/>
              </a:solidFill>
            </a:endParaRPr>
          </a:p>
          <a:p>
            <a:pPr defTabSz="457200">
              <a:buFont typeface="Wingdings 3" charset="2"/>
              <a:buChar char=""/>
            </a:pPr>
            <a:r>
              <a:rPr lang="en-US" dirty="0">
                <a:solidFill>
                  <a:schemeClr val="tx1"/>
                </a:solidFill>
              </a:rPr>
              <a:t>Forecast future sales for next month/next quarter</a:t>
            </a:r>
          </a:p>
        </p:txBody>
      </p:sp>
    </p:spTree>
    <p:extLst>
      <p:ext uri="{BB962C8B-B14F-4D97-AF65-F5344CB8AC3E}">
        <p14:creationId xmlns:p14="http://schemas.microsoft.com/office/powerpoint/2010/main" val="2125243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5F383F8-2C4C-9CF9-D024-56A42DBF6400}"/>
              </a:ext>
            </a:extLst>
          </p:cNvPr>
          <p:cNvSpPr>
            <a:spLocks noGrp="1"/>
          </p:cNvSpPr>
          <p:nvPr>
            <p:ph type="title"/>
          </p:nvPr>
        </p:nvSpPr>
        <p:spPr>
          <a:xfrm>
            <a:off x="867534" y="370114"/>
            <a:ext cx="6619875" cy="1981200"/>
          </a:xfrm>
        </p:spPr>
        <p:txBody>
          <a:bodyPr>
            <a:normAutofit/>
          </a:bodyPr>
          <a:lstStyle/>
          <a:p>
            <a:pPr>
              <a:buNone/>
            </a:pPr>
            <a:r>
              <a:rPr lang="en-IN" b="1" dirty="0"/>
              <a:t>Dataset Description</a:t>
            </a:r>
          </a:p>
          <a:p>
            <a:endParaRPr lang="en-IN" dirty="0"/>
          </a:p>
        </p:txBody>
      </p:sp>
      <p:graphicFrame>
        <p:nvGraphicFramePr>
          <p:cNvPr id="9" name="Table 8">
            <a:extLst>
              <a:ext uri="{FF2B5EF4-FFF2-40B4-BE49-F238E27FC236}">
                <a16:creationId xmlns:a16="http://schemas.microsoft.com/office/drawing/2014/main" id="{97AC4ABA-39AF-24A9-AA35-C569A9B39E54}"/>
              </a:ext>
            </a:extLst>
          </p:cNvPr>
          <p:cNvGraphicFramePr>
            <a:graphicFrameLocks noGrp="1"/>
          </p:cNvGraphicFramePr>
          <p:nvPr>
            <p:extLst>
              <p:ext uri="{D42A27DB-BD31-4B8C-83A1-F6EECF244321}">
                <p14:modId xmlns:p14="http://schemas.microsoft.com/office/powerpoint/2010/main" val="1972760918"/>
              </p:ext>
            </p:extLst>
          </p:nvPr>
        </p:nvGraphicFramePr>
        <p:xfrm>
          <a:off x="943734" y="2452648"/>
          <a:ext cx="6711950" cy="2286000"/>
        </p:xfrm>
        <a:graphic>
          <a:graphicData uri="http://schemas.openxmlformats.org/drawingml/2006/table">
            <a:tbl>
              <a:tblPr>
                <a:tableStyleId>{69C7853C-536D-4A76-A0AE-DD22124D55A5}</a:tableStyleId>
              </a:tblPr>
              <a:tblGrid>
                <a:gridCol w="3355975">
                  <a:extLst>
                    <a:ext uri="{9D8B030D-6E8A-4147-A177-3AD203B41FA5}">
                      <a16:colId xmlns:a16="http://schemas.microsoft.com/office/drawing/2014/main" val="973610104"/>
                    </a:ext>
                  </a:extLst>
                </a:gridCol>
                <a:gridCol w="3355975">
                  <a:extLst>
                    <a:ext uri="{9D8B030D-6E8A-4147-A177-3AD203B41FA5}">
                      <a16:colId xmlns:a16="http://schemas.microsoft.com/office/drawing/2014/main" val="3553846109"/>
                    </a:ext>
                  </a:extLst>
                </a:gridCol>
              </a:tblGrid>
              <a:tr h="0">
                <a:tc>
                  <a:txBody>
                    <a:bodyPr/>
                    <a:lstStyle/>
                    <a:p>
                      <a:pPr>
                        <a:buNone/>
                      </a:pPr>
                      <a:r>
                        <a:rPr lang="en-IN" b="1" dirty="0"/>
                        <a:t>File</a:t>
                      </a:r>
                    </a:p>
                  </a:txBody>
                  <a:tcPr anchor="ctr"/>
                </a:tc>
                <a:tc>
                  <a:txBody>
                    <a:bodyPr/>
                    <a:lstStyle/>
                    <a:p>
                      <a:pPr>
                        <a:buNone/>
                      </a:pPr>
                      <a:r>
                        <a:rPr lang="en-IN" b="1" dirty="0"/>
                        <a:t>Purpose</a:t>
                      </a:r>
                    </a:p>
                  </a:txBody>
                  <a:tcPr anchor="ctr"/>
                </a:tc>
                <a:extLst>
                  <a:ext uri="{0D108BD9-81ED-4DB2-BD59-A6C34878D82A}">
                    <a16:rowId xmlns:a16="http://schemas.microsoft.com/office/drawing/2014/main" val="2258666902"/>
                  </a:ext>
                </a:extLst>
              </a:tr>
              <a:tr h="0">
                <a:tc>
                  <a:txBody>
                    <a:bodyPr/>
                    <a:lstStyle/>
                    <a:p>
                      <a:pPr>
                        <a:buNone/>
                      </a:pPr>
                      <a:r>
                        <a:rPr lang="en-IN" dirty="0"/>
                        <a:t>stores.csv</a:t>
                      </a:r>
                    </a:p>
                  </a:txBody>
                  <a:tcPr anchor="ctr"/>
                </a:tc>
                <a:tc>
                  <a:txBody>
                    <a:bodyPr/>
                    <a:lstStyle/>
                    <a:p>
                      <a:pPr>
                        <a:buNone/>
                      </a:pPr>
                      <a:r>
                        <a:rPr lang="en-IN" dirty="0"/>
                        <a:t>Store Type, Size</a:t>
                      </a:r>
                    </a:p>
                  </a:txBody>
                  <a:tcPr anchor="ctr"/>
                </a:tc>
                <a:extLst>
                  <a:ext uri="{0D108BD9-81ED-4DB2-BD59-A6C34878D82A}">
                    <a16:rowId xmlns:a16="http://schemas.microsoft.com/office/drawing/2014/main" val="1297504813"/>
                  </a:ext>
                </a:extLst>
              </a:tr>
              <a:tr h="0">
                <a:tc>
                  <a:txBody>
                    <a:bodyPr/>
                    <a:lstStyle/>
                    <a:p>
                      <a:pPr>
                        <a:buNone/>
                      </a:pPr>
                      <a:r>
                        <a:rPr lang="en-IN" dirty="0"/>
                        <a:t>features.csv</a:t>
                      </a:r>
                    </a:p>
                  </a:txBody>
                  <a:tcPr anchor="ctr"/>
                </a:tc>
                <a:tc>
                  <a:txBody>
                    <a:bodyPr/>
                    <a:lstStyle/>
                    <a:p>
                      <a:pPr>
                        <a:buNone/>
                      </a:pPr>
                      <a:r>
                        <a:rPr lang="en-US" dirty="0"/>
                        <a:t>Economic Indicators, Holidays, Markdown Discounts</a:t>
                      </a:r>
                    </a:p>
                  </a:txBody>
                  <a:tcPr anchor="ctr"/>
                </a:tc>
                <a:extLst>
                  <a:ext uri="{0D108BD9-81ED-4DB2-BD59-A6C34878D82A}">
                    <a16:rowId xmlns:a16="http://schemas.microsoft.com/office/drawing/2014/main" val="859912719"/>
                  </a:ext>
                </a:extLst>
              </a:tr>
              <a:tr h="0">
                <a:tc>
                  <a:txBody>
                    <a:bodyPr/>
                    <a:lstStyle/>
                    <a:p>
                      <a:pPr>
                        <a:buNone/>
                      </a:pPr>
                      <a:r>
                        <a:rPr lang="en-IN" dirty="0"/>
                        <a:t>train.csv</a:t>
                      </a:r>
                    </a:p>
                  </a:txBody>
                  <a:tcPr anchor="ctr"/>
                </a:tc>
                <a:tc>
                  <a:txBody>
                    <a:bodyPr/>
                    <a:lstStyle/>
                    <a:p>
                      <a:pPr>
                        <a:buNone/>
                      </a:pPr>
                      <a:r>
                        <a:rPr lang="en-US" dirty="0"/>
                        <a:t>Weekly sales by Store &amp; Department</a:t>
                      </a:r>
                    </a:p>
                  </a:txBody>
                  <a:tcPr anchor="ctr"/>
                </a:tc>
                <a:extLst>
                  <a:ext uri="{0D108BD9-81ED-4DB2-BD59-A6C34878D82A}">
                    <a16:rowId xmlns:a16="http://schemas.microsoft.com/office/drawing/2014/main" val="582900488"/>
                  </a:ext>
                </a:extLst>
              </a:tr>
            </a:tbl>
          </a:graphicData>
        </a:graphic>
      </p:graphicFrame>
      <p:sp>
        <p:nvSpPr>
          <p:cNvPr id="13" name="TextBox 12">
            <a:extLst>
              <a:ext uri="{FF2B5EF4-FFF2-40B4-BE49-F238E27FC236}">
                <a16:creationId xmlns:a16="http://schemas.microsoft.com/office/drawing/2014/main" id="{CAA9BCF4-C4EA-1D36-0EEC-F01547DA6BD1}"/>
              </a:ext>
            </a:extLst>
          </p:cNvPr>
          <p:cNvSpPr txBox="1"/>
          <p:nvPr/>
        </p:nvSpPr>
        <p:spPr>
          <a:xfrm>
            <a:off x="943734" y="5010544"/>
            <a:ext cx="6711950"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Arial" panose="020B0604020202020204" pitchFamily="34" charset="0"/>
              </a:rPr>
              <a:t>Note: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Arial" panose="020B0604020202020204" pitchFamily="34" charset="0"/>
              </a:rPr>
              <a:t>Units Sold, Unit Price, Revenue are NOT direct columns.</a:t>
            </a:r>
          </a:p>
          <a:p>
            <a:pPr marL="285750" indent="-285750"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We derived these metrics during analysis for business modeling.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9671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A405D-14A4-DB98-CAB5-900695EBB9CD}"/>
              </a:ext>
            </a:extLst>
          </p:cNvPr>
          <p:cNvSpPr>
            <a:spLocks noGrp="1"/>
          </p:cNvSpPr>
          <p:nvPr>
            <p:ph type="title"/>
          </p:nvPr>
        </p:nvSpPr>
        <p:spPr>
          <a:xfrm>
            <a:off x="849085" y="174172"/>
            <a:ext cx="6487885" cy="1066800"/>
          </a:xfrm>
        </p:spPr>
        <p:txBody>
          <a:bodyPr/>
          <a:lstStyle/>
          <a:p>
            <a:r>
              <a:rPr lang="en-US" sz="4000" b="1" dirty="0"/>
              <a:t>Data Preparation</a:t>
            </a:r>
            <a:br>
              <a:rPr lang="en-US" b="1" dirty="0"/>
            </a:br>
            <a:endParaRPr lang="en-IN" dirty="0"/>
          </a:p>
        </p:txBody>
      </p:sp>
      <p:sp>
        <p:nvSpPr>
          <p:cNvPr id="3" name="Text Placeholder 2">
            <a:extLst>
              <a:ext uri="{FF2B5EF4-FFF2-40B4-BE49-F238E27FC236}">
                <a16:creationId xmlns:a16="http://schemas.microsoft.com/office/drawing/2014/main" id="{83185209-E539-0727-C55E-37CFF583F4C5}"/>
              </a:ext>
            </a:extLst>
          </p:cNvPr>
          <p:cNvSpPr>
            <a:spLocks noGrp="1"/>
          </p:cNvSpPr>
          <p:nvPr>
            <p:ph type="body" sz="half" idx="2"/>
          </p:nvPr>
        </p:nvSpPr>
        <p:spPr>
          <a:xfrm>
            <a:off x="849085" y="1507670"/>
            <a:ext cx="7053943" cy="4642758"/>
          </a:xfrm>
        </p:spPr>
        <p:txBody>
          <a:bodyPr>
            <a:normAutofit/>
          </a:bodyPr>
          <a:lstStyle/>
          <a:p>
            <a:r>
              <a:rPr lang="en-US" b="1" dirty="0"/>
              <a:t>DATA PREPARATION</a:t>
            </a:r>
          </a:p>
          <a:p>
            <a:r>
              <a:rPr lang="en-US" dirty="0"/>
              <a:t>Converted Date → datetime</a:t>
            </a:r>
          </a:p>
          <a:p>
            <a:r>
              <a:rPr lang="en-US" dirty="0"/>
              <a:t>Filled missing values (Markdown discounts → 0)</a:t>
            </a:r>
          </a:p>
          <a:p>
            <a:r>
              <a:rPr lang="en-US" dirty="0"/>
              <a:t>Removed duplicates for consistency</a:t>
            </a:r>
          </a:p>
          <a:p>
            <a:r>
              <a:rPr lang="en-US" dirty="0"/>
              <a:t>Created new business metrics:</a:t>
            </a:r>
          </a:p>
          <a:p>
            <a:pPr lvl="1"/>
            <a:r>
              <a:rPr lang="en-US" sz="1800" b="1" dirty="0"/>
              <a:t>Revenue = Weekly Sales</a:t>
            </a:r>
            <a:endParaRPr lang="en-US" sz="1800" dirty="0"/>
          </a:p>
          <a:p>
            <a:pPr lvl="1"/>
            <a:r>
              <a:rPr lang="en-US" sz="1800" b="1" dirty="0"/>
              <a:t>Total Discount = Sum of all markdown fields</a:t>
            </a:r>
          </a:p>
          <a:p>
            <a:pPr lvl="1"/>
            <a:r>
              <a:rPr lang="en-US" sz="1800" b="1" dirty="0"/>
              <a:t>Unit Price by baseline </a:t>
            </a:r>
            <a:r>
              <a:rPr lang="en-US" sz="1800" b="1" dirty="0" err="1"/>
              <a:t>UnitPrice</a:t>
            </a:r>
            <a:endParaRPr lang="en-US" sz="1800" dirty="0"/>
          </a:p>
          <a:p>
            <a:pPr lvl="1"/>
            <a:r>
              <a:rPr lang="en-US" sz="1800" b="1" dirty="0"/>
              <a:t>Month and Quarter created for seasonal trends</a:t>
            </a:r>
            <a:endParaRPr lang="en-US" sz="1800" dirty="0"/>
          </a:p>
          <a:p>
            <a:br>
              <a:rPr lang="en-US" dirty="0"/>
            </a:br>
            <a:endParaRPr lang="en-IN" dirty="0"/>
          </a:p>
        </p:txBody>
      </p:sp>
    </p:spTree>
    <p:extLst>
      <p:ext uri="{BB962C8B-B14F-4D97-AF65-F5344CB8AC3E}">
        <p14:creationId xmlns:p14="http://schemas.microsoft.com/office/powerpoint/2010/main" val="776743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5165" name="Picture 5164">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5166" name="Picture 5165">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5167" name="Oval 5166">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5168" name="Picture 516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5169" name="Picture 5168">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5170" name="Rectangle 516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666BC2BA-9FEF-5874-95FA-D85513ECD1D4}"/>
              </a:ext>
            </a:extLst>
          </p:cNvPr>
          <p:cNvSpPr>
            <a:spLocks noGrp="1"/>
          </p:cNvSpPr>
          <p:nvPr>
            <p:ph type="title"/>
          </p:nvPr>
        </p:nvSpPr>
        <p:spPr>
          <a:xfrm>
            <a:off x="486697" y="629266"/>
            <a:ext cx="6939116" cy="1223983"/>
          </a:xfrm>
        </p:spPr>
        <p:txBody>
          <a:bodyPr vert="horz" lIns="91440" tIns="45720" rIns="91440" bIns="45720" rtlCol="0" anchor="t">
            <a:normAutofit/>
          </a:bodyPr>
          <a:lstStyle/>
          <a:p>
            <a:pPr defTabSz="457200">
              <a:lnSpc>
                <a:spcPct val="90000"/>
              </a:lnSpc>
            </a:pPr>
            <a:r>
              <a:rPr lang="en-US" sz="3200" b="1" i="0" kern="1200" dirty="0">
                <a:solidFill>
                  <a:schemeClr val="tx2"/>
                </a:solidFill>
                <a:latin typeface="+mj-lt"/>
                <a:ea typeface="+mj-ea"/>
                <a:cs typeface="+mj-cs"/>
              </a:rPr>
              <a:t>EDA: Top 10 Stores by Revenue</a:t>
            </a:r>
            <a:br>
              <a:rPr lang="en-US" sz="3300" b="0" i="0" kern="1200" dirty="0">
                <a:solidFill>
                  <a:schemeClr val="tx2"/>
                </a:solidFill>
                <a:latin typeface="+mj-lt"/>
                <a:ea typeface="+mj-ea"/>
                <a:cs typeface="+mj-cs"/>
              </a:rPr>
            </a:br>
            <a:endParaRPr lang="en-US" sz="3300" b="0" i="0" kern="1200" dirty="0">
              <a:solidFill>
                <a:schemeClr val="tx2"/>
              </a:solidFill>
              <a:latin typeface="+mj-lt"/>
              <a:ea typeface="+mj-ea"/>
              <a:cs typeface="+mj-cs"/>
            </a:endParaRPr>
          </a:p>
        </p:txBody>
      </p:sp>
      <p:sp>
        <p:nvSpPr>
          <p:cNvPr id="3" name="Text Placeholder 2">
            <a:extLst>
              <a:ext uri="{FF2B5EF4-FFF2-40B4-BE49-F238E27FC236}">
                <a16:creationId xmlns:a16="http://schemas.microsoft.com/office/drawing/2014/main" id="{5F61F0E2-894F-7E88-C23A-C42E1CBD335C}"/>
              </a:ext>
            </a:extLst>
          </p:cNvPr>
          <p:cNvSpPr>
            <a:spLocks noGrp="1"/>
          </p:cNvSpPr>
          <p:nvPr>
            <p:ph type="body" sz="half" idx="2"/>
          </p:nvPr>
        </p:nvSpPr>
        <p:spPr>
          <a:xfrm>
            <a:off x="486697" y="1676400"/>
            <a:ext cx="3497475" cy="4165613"/>
          </a:xfrm>
        </p:spPr>
        <p:txBody>
          <a:bodyPr vert="horz" lIns="91440" tIns="45720" rIns="91440" bIns="45720" rtlCol="0">
            <a:normAutofit/>
          </a:bodyPr>
          <a:lstStyle/>
          <a:p>
            <a:pPr marL="285750" indent="-285750" defTabSz="457200">
              <a:buFont typeface="Arial" panose="020B0604020202020204" pitchFamily="34" charset="0"/>
              <a:buChar char="•"/>
            </a:pPr>
            <a:r>
              <a:rPr lang="en-US" dirty="0"/>
              <a:t>A small group of stores contributes disproportionately high revenue share</a:t>
            </a:r>
          </a:p>
          <a:p>
            <a:pPr marL="285750" indent="-285750" defTabSz="457200">
              <a:buFont typeface="Arial" panose="020B0604020202020204" pitchFamily="34" charset="0"/>
              <a:buChar char="•"/>
            </a:pPr>
            <a:r>
              <a:rPr lang="en-US" dirty="0"/>
              <a:t>High-size stores generally show higher total weekly sales</a:t>
            </a:r>
          </a:p>
          <a:p>
            <a:pPr marL="285750" indent="-285750" defTabSz="457200">
              <a:buFont typeface="Arial" panose="020B0604020202020204" pitchFamily="34" charset="0"/>
              <a:buChar char="•"/>
            </a:pPr>
            <a:r>
              <a:rPr lang="en-US" dirty="0"/>
              <a:t>This indicates opportunity for store-wise inventory and promotion planning</a:t>
            </a:r>
          </a:p>
          <a:p>
            <a:pPr defTabSz="457200">
              <a:buFont typeface="Wingdings 3" charset="2"/>
              <a:buChar char=""/>
            </a:pPr>
            <a:endParaRPr lang="en-US" dirty="0"/>
          </a:p>
        </p:txBody>
      </p:sp>
      <p:pic>
        <p:nvPicPr>
          <p:cNvPr id="5122" name="Picture 2">
            <a:extLst>
              <a:ext uri="{FF2B5EF4-FFF2-40B4-BE49-F238E27FC236}">
                <a16:creationId xmlns:a16="http://schemas.microsoft.com/office/drawing/2014/main" id="{3AEAB3F7-7356-D0FB-74FE-22A59C9899A0}"/>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3744686" y="1723536"/>
            <a:ext cx="5131617" cy="4601064"/>
          </a:xfrm>
          <a:prstGeom prst="rect">
            <a:avLst/>
          </a:prstGeom>
          <a:noFill/>
          <a:effectLst>
            <a:outerShdw blurRad="50800" dist="38100" dir="5400000" algn="t" rotWithShape="0">
              <a:prstClr val="black">
                <a:alpha val="43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6247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6BCED-466B-606A-0705-493385D811C9}"/>
              </a:ext>
            </a:extLst>
          </p:cNvPr>
          <p:cNvSpPr>
            <a:spLocks noGrp="1"/>
          </p:cNvSpPr>
          <p:nvPr>
            <p:ph type="title"/>
          </p:nvPr>
        </p:nvSpPr>
        <p:spPr>
          <a:xfrm>
            <a:off x="866442" y="718457"/>
            <a:ext cx="6620968" cy="696686"/>
          </a:xfrm>
        </p:spPr>
        <p:txBody>
          <a:bodyPr/>
          <a:lstStyle/>
          <a:p>
            <a:r>
              <a:rPr lang="en-US" sz="3200" b="1" dirty="0"/>
              <a:t>EDA: Revenue Trend Over Time</a:t>
            </a:r>
            <a:br>
              <a:rPr lang="en-US" b="1" dirty="0"/>
            </a:br>
            <a:endParaRPr lang="en-IN" dirty="0"/>
          </a:p>
        </p:txBody>
      </p:sp>
      <p:sp>
        <p:nvSpPr>
          <p:cNvPr id="3" name="Text Placeholder 2">
            <a:extLst>
              <a:ext uri="{FF2B5EF4-FFF2-40B4-BE49-F238E27FC236}">
                <a16:creationId xmlns:a16="http://schemas.microsoft.com/office/drawing/2014/main" id="{9B961CF2-A123-EFF0-D2B8-34A5F4576024}"/>
              </a:ext>
            </a:extLst>
          </p:cNvPr>
          <p:cNvSpPr>
            <a:spLocks noGrp="1"/>
          </p:cNvSpPr>
          <p:nvPr>
            <p:ph type="body" sz="half" idx="2"/>
          </p:nvPr>
        </p:nvSpPr>
        <p:spPr>
          <a:xfrm>
            <a:off x="866441" y="1208314"/>
            <a:ext cx="7091016" cy="4582886"/>
          </a:xfrm>
        </p:spPr>
        <p:txBody>
          <a:bodyPr>
            <a:normAutofit/>
          </a:bodyPr>
          <a:lstStyle/>
          <a:p>
            <a:r>
              <a:rPr lang="en-US" dirty="0"/>
              <a:t>Weekly sales plotted against timeline show </a:t>
            </a:r>
            <a:r>
              <a:rPr lang="en-US" b="1" dirty="0"/>
              <a:t>seasonal spikes</a:t>
            </a:r>
            <a:endParaRPr lang="en-US" dirty="0"/>
          </a:p>
          <a:p>
            <a:r>
              <a:rPr lang="en-US" dirty="0"/>
              <a:t>Strong increases observed during:</a:t>
            </a:r>
            <a:br>
              <a:rPr lang="en-US" dirty="0"/>
            </a:br>
            <a:endParaRPr lang="en-US" dirty="0"/>
          </a:p>
          <a:p>
            <a:pPr marL="285750" indent="-285750">
              <a:buFont typeface="Arial" panose="020B0604020202020204" pitchFamily="34" charset="0"/>
              <a:buChar char="•"/>
            </a:pPr>
            <a:r>
              <a:rPr lang="en-US" dirty="0"/>
              <a:t>Holiday weeks</a:t>
            </a:r>
          </a:p>
          <a:p>
            <a:endParaRPr lang="en-US" dirty="0"/>
          </a:p>
          <a:p>
            <a:pPr marL="285750" indent="-285750">
              <a:buFont typeface="Arial" panose="020B0604020202020204" pitchFamily="34" charset="0"/>
              <a:buChar char="•"/>
            </a:pPr>
            <a:r>
              <a:rPr lang="en-US" dirty="0"/>
              <a:t>Year-end months</a:t>
            </a:r>
            <a:br>
              <a:rPr lang="en-US" dirty="0"/>
            </a:br>
            <a:endParaRPr lang="en-US" dirty="0"/>
          </a:p>
          <a:p>
            <a:pPr marL="285750" indent="-285750">
              <a:buFont typeface="Arial" panose="020B0604020202020204" pitchFamily="34" charset="0"/>
              <a:buChar char="•"/>
            </a:pPr>
            <a:r>
              <a:rPr lang="en-US" dirty="0"/>
              <a:t>Promotion periods</a:t>
            </a:r>
          </a:p>
          <a:p>
            <a:endParaRPr lang="en-IN" dirty="0"/>
          </a:p>
        </p:txBody>
      </p:sp>
    </p:spTree>
    <p:extLst>
      <p:ext uri="{BB962C8B-B14F-4D97-AF65-F5344CB8AC3E}">
        <p14:creationId xmlns:p14="http://schemas.microsoft.com/office/powerpoint/2010/main" val="2751170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14"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36006094-BEAD-A4CE-1D74-F5F1CDBF8928}"/>
              </a:ext>
            </a:extLst>
          </p:cNvPr>
          <p:cNvSpPr>
            <a:spLocks noGrp="1"/>
          </p:cNvSpPr>
          <p:nvPr>
            <p:ph type="title"/>
          </p:nvPr>
        </p:nvSpPr>
        <p:spPr>
          <a:xfrm>
            <a:off x="208020" y="117637"/>
            <a:ext cx="6939116" cy="704159"/>
          </a:xfrm>
        </p:spPr>
        <p:txBody>
          <a:bodyPr vert="horz" lIns="91440" tIns="45720" rIns="91440" bIns="45720" rtlCol="0" anchor="t">
            <a:normAutofit fontScale="90000"/>
          </a:bodyPr>
          <a:lstStyle/>
          <a:p>
            <a:pPr defTabSz="457200">
              <a:lnSpc>
                <a:spcPct val="90000"/>
              </a:lnSpc>
            </a:pPr>
            <a:r>
              <a:rPr lang="en-US" sz="3600" b="1" dirty="0"/>
              <a:t>Monthly Revenue</a:t>
            </a:r>
            <a:r>
              <a:rPr lang="en-US" sz="3600" b="1" i="0" kern="1200" dirty="0">
                <a:solidFill>
                  <a:schemeClr val="tx2"/>
                </a:solidFill>
                <a:latin typeface="+mj-lt"/>
                <a:ea typeface="+mj-ea"/>
                <a:cs typeface="+mj-cs"/>
              </a:rPr>
              <a:t> TREND </a:t>
            </a:r>
            <a:br>
              <a:rPr lang="en-US" sz="3900" b="0" i="0" kern="1200" dirty="0">
                <a:solidFill>
                  <a:schemeClr val="tx2"/>
                </a:solidFill>
                <a:latin typeface="+mj-lt"/>
                <a:ea typeface="+mj-ea"/>
                <a:cs typeface="+mj-cs"/>
              </a:rPr>
            </a:br>
            <a:endParaRPr lang="en-US" sz="3900" b="0" i="0" kern="1200" dirty="0">
              <a:solidFill>
                <a:schemeClr val="tx2"/>
              </a:solidFill>
              <a:latin typeface="+mj-lt"/>
              <a:ea typeface="+mj-ea"/>
              <a:cs typeface="+mj-cs"/>
            </a:endParaRPr>
          </a:p>
        </p:txBody>
      </p:sp>
      <p:sp>
        <p:nvSpPr>
          <p:cNvPr id="3" name="Text Placeholder 2">
            <a:extLst>
              <a:ext uri="{FF2B5EF4-FFF2-40B4-BE49-F238E27FC236}">
                <a16:creationId xmlns:a16="http://schemas.microsoft.com/office/drawing/2014/main" id="{27CBA678-6DD5-DD5C-77A5-BCF5602EC539}"/>
              </a:ext>
            </a:extLst>
          </p:cNvPr>
          <p:cNvSpPr>
            <a:spLocks noGrp="1"/>
          </p:cNvSpPr>
          <p:nvPr>
            <p:ph type="body" sz="half" idx="2"/>
          </p:nvPr>
        </p:nvSpPr>
        <p:spPr>
          <a:xfrm>
            <a:off x="145761" y="5257800"/>
            <a:ext cx="8790219" cy="1219200"/>
          </a:xfrm>
        </p:spPr>
        <p:txBody>
          <a:bodyPr vert="horz" lIns="91440" tIns="45720" rIns="91440" bIns="45720" rtlCol="0">
            <a:normAutofit/>
          </a:bodyPr>
          <a:lstStyle/>
          <a:p>
            <a:pPr defTabSz="457200">
              <a:buFont typeface="Wingdings 3" charset="2"/>
              <a:buChar char=""/>
            </a:pPr>
            <a:endParaRPr lang="en-US" dirty="0"/>
          </a:p>
          <a:p>
            <a:pPr defTabSz="457200">
              <a:buFont typeface="Wingdings 3" charset="2"/>
              <a:buChar char=""/>
            </a:pPr>
            <a:endParaRPr lang="en-US" dirty="0"/>
          </a:p>
          <a:p>
            <a:pPr defTabSz="457200">
              <a:buFont typeface="Wingdings 3" charset="2"/>
              <a:buChar char=""/>
            </a:pPr>
            <a:endParaRPr lang="en-US" dirty="0"/>
          </a:p>
          <a:p>
            <a:pPr defTabSz="457200">
              <a:buFont typeface="Wingdings 3" charset="2"/>
              <a:buChar char=""/>
            </a:pPr>
            <a:endParaRPr lang="en-US" dirty="0"/>
          </a:p>
          <a:p>
            <a:pPr defTabSz="457200">
              <a:buFont typeface="Wingdings 3" charset="2"/>
              <a:buChar char=""/>
            </a:pPr>
            <a:endParaRPr lang="en-US" dirty="0"/>
          </a:p>
          <a:p>
            <a:pPr defTabSz="457200">
              <a:buFont typeface="Wingdings 3" charset="2"/>
              <a:buChar char=""/>
            </a:pPr>
            <a:endParaRPr lang="en-US" dirty="0"/>
          </a:p>
          <a:p>
            <a:pPr defTabSz="457200">
              <a:buFont typeface="Wingdings 3" charset="2"/>
              <a:buChar char=""/>
            </a:pPr>
            <a:endParaRPr lang="en-US" dirty="0"/>
          </a:p>
          <a:p>
            <a:pPr defTabSz="457200">
              <a:buFont typeface="Wingdings 3" charset="2"/>
              <a:buChar char=""/>
            </a:pPr>
            <a:endParaRPr lang="en-US" dirty="0"/>
          </a:p>
        </p:txBody>
      </p:sp>
      <p:sp>
        <p:nvSpPr>
          <p:cNvPr id="11" name="TextBox 10">
            <a:extLst>
              <a:ext uri="{FF2B5EF4-FFF2-40B4-BE49-F238E27FC236}">
                <a16:creationId xmlns:a16="http://schemas.microsoft.com/office/drawing/2014/main" id="{269E1803-BDD3-C045-A5F7-3EF6A01C1815}"/>
              </a:ext>
            </a:extLst>
          </p:cNvPr>
          <p:cNvSpPr txBox="1"/>
          <p:nvPr/>
        </p:nvSpPr>
        <p:spPr>
          <a:xfrm>
            <a:off x="172441" y="1145576"/>
            <a:ext cx="4967046" cy="1200329"/>
          </a:xfrm>
          <a:prstGeom prst="rect">
            <a:avLst/>
          </a:prstGeom>
          <a:noFill/>
        </p:spPr>
        <p:txBody>
          <a:bodyPr wrap="square">
            <a:spAutoFit/>
          </a:bodyPr>
          <a:lstStyle/>
          <a:p>
            <a:pPr marL="285750" indent="-285750">
              <a:buFont typeface="Arial" panose="020B0604020202020204" pitchFamily="34" charset="0"/>
              <a:buChar char="•"/>
            </a:pPr>
            <a:r>
              <a:rPr lang="en-US" dirty="0"/>
              <a:t>Sales grow during:</a:t>
            </a:r>
          </a:p>
          <a:p>
            <a:pPr marL="285750" indent="-285750">
              <a:buFont typeface="Arial" panose="020B0604020202020204" pitchFamily="34" charset="0"/>
              <a:buChar char="•"/>
            </a:pPr>
            <a:r>
              <a:rPr lang="en-US" dirty="0"/>
              <a:t>November–December (holiday season)</a:t>
            </a:r>
          </a:p>
          <a:p>
            <a:pPr marL="285750" indent="-285750">
              <a:buFont typeface="Arial" panose="020B0604020202020204" pitchFamily="34" charset="0"/>
              <a:buChar char="•"/>
            </a:pPr>
            <a:r>
              <a:rPr lang="en-US" dirty="0"/>
              <a:t>Promotion weeks</a:t>
            </a:r>
          </a:p>
          <a:p>
            <a:pPr marL="285750" indent="-285750">
              <a:buFont typeface="Arial" panose="020B0604020202020204" pitchFamily="34" charset="0"/>
              <a:buChar char="•"/>
            </a:pPr>
            <a:r>
              <a:rPr lang="en-US" dirty="0"/>
              <a:t>End-quarter demand spikes</a:t>
            </a:r>
            <a:endParaRPr lang="en-IN" dirty="0"/>
          </a:p>
        </p:txBody>
      </p:sp>
      <p:pic>
        <p:nvPicPr>
          <p:cNvPr id="7172" name="Picture 4">
            <a:extLst>
              <a:ext uri="{FF2B5EF4-FFF2-40B4-BE49-F238E27FC236}">
                <a16:creationId xmlns:a16="http://schemas.microsoft.com/office/drawing/2014/main" id="{06198A7B-F984-C8E3-9943-1698AAF3382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156" y="2669685"/>
            <a:ext cx="8698442" cy="4066823"/>
          </a:xfrm>
          <a:prstGeom prst="rect">
            <a:avLst/>
          </a:prstGeom>
          <a:noFill/>
          <a:extLst>
            <a:ext uri="{909E8E84-426E-40DD-AFC4-6F175D3DCCD1}">
              <a14:hiddenFill xmlns:a14="http://schemas.microsoft.com/office/drawing/2010/main">
                <a:solidFill>
                  <a:srgbClr val="FFFFFF"/>
                </a:solidFill>
              </a14:hiddenFill>
            </a:ext>
          </a:extLst>
        </p:spPr>
      </p:pic>
      <p:sp>
        <p:nvSpPr>
          <p:cNvPr id="19" name="Speech Bubble: Oval 18">
            <a:extLst>
              <a:ext uri="{FF2B5EF4-FFF2-40B4-BE49-F238E27FC236}">
                <a16:creationId xmlns:a16="http://schemas.microsoft.com/office/drawing/2014/main" id="{A071A36E-0F63-F94B-709A-2C002164C558}"/>
              </a:ext>
            </a:extLst>
          </p:cNvPr>
          <p:cNvSpPr/>
          <p:nvPr/>
        </p:nvSpPr>
        <p:spPr>
          <a:xfrm>
            <a:off x="5139487" y="16367"/>
            <a:ext cx="3796493" cy="2938353"/>
          </a:xfrm>
          <a:prstGeom prst="wedgeEllipseCallou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r>
              <a:rPr lang="en-US" b="1" dirty="0">
                <a:solidFill>
                  <a:schemeClr val="bg2"/>
                </a:solidFill>
              </a:rPr>
              <a:t>Insight:</a:t>
            </a:r>
          </a:p>
          <a:p>
            <a:endParaRPr lang="en-US" b="1" dirty="0">
              <a:solidFill>
                <a:schemeClr val="bg2"/>
              </a:solidFill>
            </a:endParaRPr>
          </a:p>
          <a:p>
            <a:r>
              <a:rPr lang="en-US" dirty="0">
                <a:solidFill>
                  <a:schemeClr val="bg2"/>
                </a:solidFill>
              </a:rPr>
              <a:t>“The business shows </a:t>
            </a:r>
            <a:r>
              <a:rPr lang="en-US" b="1" dirty="0">
                <a:solidFill>
                  <a:schemeClr val="bg2"/>
                </a:solidFill>
              </a:rPr>
              <a:t>strong seasonality</a:t>
            </a:r>
            <a:r>
              <a:rPr lang="en-US" dirty="0">
                <a:solidFill>
                  <a:schemeClr val="bg2"/>
                </a:solidFill>
              </a:rPr>
              <a:t> with predictable repeating growth during holiday months and quarter ends.”</a:t>
            </a:r>
          </a:p>
        </p:txBody>
      </p:sp>
    </p:spTree>
    <p:extLst>
      <p:ext uri="{BB962C8B-B14F-4D97-AF65-F5344CB8AC3E}">
        <p14:creationId xmlns:p14="http://schemas.microsoft.com/office/powerpoint/2010/main" val="3918049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229972"/>
            <a:ext cx="7055380" cy="705250"/>
          </a:xfrm>
        </p:spPr>
        <p:txBody>
          <a:bodyPr/>
          <a:lstStyle/>
          <a:p>
            <a:r>
              <a:rPr sz="3200" b="1" dirty="0"/>
              <a:t>Monthly </a:t>
            </a:r>
            <a:r>
              <a:rPr lang="en-IN" sz="3200" b="1" dirty="0"/>
              <a:t>Unit Sold</a:t>
            </a:r>
            <a:r>
              <a:rPr sz="3200" b="1" dirty="0"/>
              <a:t> Trend</a:t>
            </a:r>
          </a:p>
        </p:txBody>
      </p:sp>
      <p:sp>
        <p:nvSpPr>
          <p:cNvPr id="3" name="Content Placeholder 2"/>
          <p:cNvSpPr>
            <a:spLocks noGrp="1"/>
          </p:cNvSpPr>
          <p:nvPr>
            <p:ph idx="1"/>
          </p:nvPr>
        </p:nvSpPr>
        <p:spPr>
          <a:xfrm>
            <a:off x="484710" y="1210984"/>
            <a:ext cx="6536576" cy="642263"/>
          </a:xfrm>
        </p:spPr>
        <p:txBody>
          <a:bodyPr>
            <a:normAutofit lnSpcReduction="10000"/>
          </a:bodyPr>
          <a:lstStyle/>
          <a:p>
            <a:pPr marL="0" indent="0">
              <a:buNone/>
            </a:pPr>
            <a:r>
              <a:rPr dirty="0"/>
              <a:t>Observation: Sales rise sharp</a:t>
            </a:r>
            <a:r>
              <a:rPr lang="en-IN" dirty="0"/>
              <a:t>l</a:t>
            </a:r>
            <a:r>
              <a:rPr dirty="0"/>
              <a:t>y around holiday seasons showing strong seasonality.</a:t>
            </a:r>
          </a:p>
        </p:txBody>
      </p:sp>
      <p:pic>
        <p:nvPicPr>
          <p:cNvPr id="8194" name="Picture 2">
            <a:extLst>
              <a:ext uri="{FF2B5EF4-FFF2-40B4-BE49-F238E27FC236}">
                <a16:creationId xmlns:a16="http://schemas.microsoft.com/office/drawing/2014/main" id="{D52CBDF1-8E83-E37A-5BDF-C7329E9DB2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71" y="2449286"/>
            <a:ext cx="8560858" cy="40545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00A2F-67B8-E958-8E15-A9A159287D8F}"/>
              </a:ext>
            </a:extLst>
          </p:cNvPr>
          <p:cNvSpPr>
            <a:spLocks noGrp="1"/>
          </p:cNvSpPr>
          <p:nvPr>
            <p:ph type="title"/>
          </p:nvPr>
        </p:nvSpPr>
        <p:spPr>
          <a:xfrm>
            <a:off x="164140" y="38635"/>
            <a:ext cx="5507317" cy="555172"/>
          </a:xfrm>
        </p:spPr>
        <p:txBody>
          <a:bodyPr/>
          <a:lstStyle/>
          <a:p>
            <a:r>
              <a:rPr lang="en-US" sz="3200" b="1" dirty="0"/>
              <a:t>Quarterly Sales Distribution</a:t>
            </a:r>
            <a:br>
              <a:rPr lang="en-US" sz="3200" b="1" dirty="0"/>
            </a:br>
            <a:br>
              <a:rPr lang="en-US" sz="3200" b="1" dirty="0"/>
            </a:br>
            <a:br>
              <a:rPr lang="en-US" sz="3200" b="1" dirty="0"/>
            </a:br>
            <a:endParaRPr lang="en-IN" sz="3200" dirty="0"/>
          </a:p>
        </p:txBody>
      </p:sp>
      <p:sp>
        <p:nvSpPr>
          <p:cNvPr id="3" name="Text Placeholder 2">
            <a:extLst>
              <a:ext uri="{FF2B5EF4-FFF2-40B4-BE49-F238E27FC236}">
                <a16:creationId xmlns:a16="http://schemas.microsoft.com/office/drawing/2014/main" id="{99DDD4D7-906A-0C16-2E35-B288AB9D7999}"/>
              </a:ext>
            </a:extLst>
          </p:cNvPr>
          <p:cNvSpPr>
            <a:spLocks noGrp="1"/>
          </p:cNvSpPr>
          <p:nvPr>
            <p:ph type="body" sz="half" idx="2"/>
          </p:nvPr>
        </p:nvSpPr>
        <p:spPr>
          <a:xfrm>
            <a:off x="278265" y="813190"/>
            <a:ext cx="4843289" cy="1521288"/>
          </a:xfrm>
        </p:spPr>
        <p:txBody>
          <a:bodyPr>
            <a:normAutofit fontScale="32500" lnSpcReduction="20000"/>
          </a:bodyPr>
          <a:lstStyle/>
          <a:p>
            <a:r>
              <a:rPr lang="en-US" sz="4300" b="1" dirty="0"/>
              <a:t>Observations</a:t>
            </a:r>
          </a:p>
          <a:p>
            <a:pPr marL="571500" indent="-571500">
              <a:buFont typeface="Arial" panose="020B0604020202020204" pitchFamily="34" charset="0"/>
              <a:buChar char="•"/>
            </a:pPr>
            <a:r>
              <a:rPr lang="en-US" sz="4300" dirty="0"/>
              <a:t>Q4 contributes highest revenue</a:t>
            </a:r>
          </a:p>
          <a:p>
            <a:pPr marL="571500" indent="-571500">
              <a:buFont typeface="Arial" panose="020B0604020202020204" pitchFamily="34" charset="0"/>
              <a:buChar char="•"/>
            </a:pPr>
            <a:r>
              <a:rPr lang="en-US" sz="4300" dirty="0"/>
              <a:t>Holiday quarters have highest variance (more unpredictable but larger payout)</a:t>
            </a:r>
          </a:p>
          <a:p>
            <a:pPr marL="571500" indent="-571500">
              <a:buFont typeface="Arial" panose="020B0604020202020204" pitchFamily="34" charset="0"/>
              <a:buChar char="•"/>
            </a:pPr>
            <a:r>
              <a:rPr lang="en-US" sz="4300" dirty="0"/>
              <a:t>Non-holiday quarters benefit the most from promotions</a:t>
            </a:r>
          </a:p>
          <a:p>
            <a:endParaRPr lang="en-IN" dirty="0"/>
          </a:p>
        </p:txBody>
      </p:sp>
      <p:pic>
        <p:nvPicPr>
          <p:cNvPr id="9218" name="Picture 2">
            <a:extLst>
              <a:ext uri="{FF2B5EF4-FFF2-40B4-BE49-F238E27FC236}">
                <a16:creationId xmlns:a16="http://schemas.microsoft.com/office/drawing/2014/main" id="{654DAA86-D7A5-EB4B-BAC5-92FA19E95D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65" y="2522732"/>
            <a:ext cx="7472363" cy="4198158"/>
          </a:xfrm>
          <a:prstGeom prst="rect">
            <a:avLst/>
          </a:prstGeom>
          <a:noFill/>
          <a:extLst>
            <a:ext uri="{909E8E84-426E-40DD-AFC4-6F175D3DCCD1}">
              <a14:hiddenFill xmlns:a14="http://schemas.microsoft.com/office/drawing/2010/main">
                <a:solidFill>
                  <a:srgbClr val="FFFFFF"/>
                </a:solidFill>
              </a14:hiddenFill>
            </a:ext>
          </a:extLst>
        </p:spPr>
      </p:pic>
      <p:sp>
        <p:nvSpPr>
          <p:cNvPr id="8" name="Thought Bubble: Cloud 7">
            <a:extLst>
              <a:ext uri="{FF2B5EF4-FFF2-40B4-BE49-F238E27FC236}">
                <a16:creationId xmlns:a16="http://schemas.microsoft.com/office/drawing/2014/main" id="{A7AEDBBA-C908-3934-26A7-8348CB06C446}"/>
              </a:ext>
            </a:extLst>
          </p:cNvPr>
          <p:cNvSpPr/>
          <p:nvPr/>
        </p:nvSpPr>
        <p:spPr>
          <a:xfrm>
            <a:off x="5584371" y="43544"/>
            <a:ext cx="3309259" cy="2819400"/>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4C334CF-9930-8290-10E7-585010073AA2}"/>
              </a:ext>
            </a:extLst>
          </p:cNvPr>
          <p:cNvSpPr txBox="1"/>
          <p:nvPr/>
        </p:nvSpPr>
        <p:spPr>
          <a:xfrm>
            <a:off x="6059260" y="425912"/>
            <a:ext cx="2359479" cy="1877437"/>
          </a:xfrm>
          <a:prstGeom prst="rect">
            <a:avLst/>
          </a:prstGeom>
          <a:noFill/>
        </p:spPr>
        <p:txBody>
          <a:bodyPr wrap="square">
            <a:spAutoFit/>
          </a:bodyPr>
          <a:lstStyle/>
          <a:p>
            <a:r>
              <a:rPr lang="en-US" sz="1800" b="1" dirty="0"/>
              <a:t>Insight:</a:t>
            </a:r>
          </a:p>
          <a:p>
            <a:endParaRPr lang="en-US" sz="1800" b="1" dirty="0"/>
          </a:p>
          <a:p>
            <a:r>
              <a:rPr lang="en-US" sz="1600" dirty="0"/>
              <a:t>“Inventory should be distributed based on </a:t>
            </a:r>
            <a:r>
              <a:rPr lang="en-US" sz="1600" b="1" dirty="0"/>
              <a:t>seasonal timing + store contribution</a:t>
            </a:r>
            <a:r>
              <a:rPr lang="en-US" sz="1600" dirty="0"/>
              <a:t>, not equally.”</a:t>
            </a:r>
          </a:p>
        </p:txBody>
      </p:sp>
    </p:spTree>
    <p:extLst>
      <p:ext uri="{BB962C8B-B14F-4D97-AF65-F5344CB8AC3E}">
        <p14:creationId xmlns:p14="http://schemas.microsoft.com/office/powerpoint/2010/main" val="2906684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E89FB-656D-5D02-8CD2-C3A525958A2E}"/>
              </a:ext>
            </a:extLst>
          </p:cNvPr>
          <p:cNvSpPr>
            <a:spLocks noGrp="1"/>
          </p:cNvSpPr>
          <p:nvPr>
            <p:ph type="title"/>
          </p:nvPr>
        </p:nvSpPr>
        <p:spPr>
          <a:xfrm>
            <a:off x="250372" y="194958"/>
            <a:ext cx="5159828" cy="502711"/>
          </a:xfrm>
        </p:spPr>
        <p:txBody>
          <a:bodyPr/>
          <a:lstStyle/>
          <a:p>
            <a:r>
              <a:rPr lang="en-US" sz="3200" b="1" dirty="0"/>
              <a:t>Effect of Holiday on Sales</a:t>
            </a:r>
            <a:endParaRPr lang="en-IN" sz="3200" b="1" dirty="0"/>
          </a:p>
        </p:txBody>
      </p:sp>
      <p:sp>
        <p:nvSpPr>
          <p:cNvPr id="3" name="Text Placeholder 2">
            <a:extLst>
              <a:ext uri="{FF2B5EF4-FFF2-40B4-BE49-F238E27FC236}">
                <a16:creationId xmlns:a16="http://schemas.microsoft.com/office/drawing/2014/main" id="{306D3131-41A9-8430-27F4-B762CBE200E1}"/>
              </a:ext>
            </a:extLst>
          </p:cNvPr>
          <p:cNvSpPr>
            <a:spLocks noGrp="1"/>
          </p:cNvSpPr>
          <p:nvPr>
            <p:ph type="body" sz="half" idx="2"/>
          </p:nvPr>
        </p:nvSpPr>
        <p:spPr>
          <a:xfrm>
            <a:off x="5921829" y="1361700"/>
            <a:ext cx="2895599" cy="5170713"/>
          </a:xfrm>
        </p:spPr>
        <p:txBody>
          <a:bodyPr>
            <a:noAutofit/>
          </a:bodyPr>
          <a:lstStyle/>
          <a:p>
            <a:r>
              <a:rPr lang="en-US" sz="1600" b="1" dirty="0"/>
              <a:t>Key Observations:</a:t>
            </a:r>
          </a:p>
          <a:p>
            <a:pPr marL="285750" indent="-285750">
              <a:buFont typeface="Arial" panose="020B0604020202020204" pitchFamily="34" charset="0"/>
              <a:buChar char="•"/>
            </a:pPr>
            <a:r>
              <a:rPr lang="en-US" sz="1600" dirty="0"/>
              <a:t>From the Visual Holiday weeks generate noticeably higher average revenue than non-holiday weeks → confirming strong demand peaks during holiday periods. </a:t>
            </a:r>
          </a:p>
          <a:p>
            <a:pPr marL="285750" indent="-285750">
              <a:buFont typeface="Arial" panose="020B0604020202020204" pitchFamily="34" charset="0"/>
              <a:buChar char="•"/>
            </a:pPr>
            <a:r>
              <a:rPr lang="en-US" sz="1600" dirty="0"/>
              <a:t>The uplift indicates that sales are season-sensitive, not randomly distributed across weeks.</a:t>
            </a:r>
          </a:p>
          <a:p>
            <a:pPr marL="285750" indent="-285750">
              <a:buFont typeface="Arial" panose="020B0604020202020204" pitchFamily="34" charset="0"/>
              <a:buChar char="•"/>
            </a:pPr>
            <a:r>
              <a:rPr lang="en-US" sz="1600" dirty="0"/>
              <a:t>Statistical Analysis- Holiday flag has a meaningful impact on revenue — unlike economic variables which show only mild influence.</a:t>
            </a:r>
            <a:endParaRPr lang="en-IN" sz="1600" dirty="0"/>
          </a:p>
        </p:txBody>
      </p:sp>
      <p:pic>
        <p:nvPicPr>
          <p:cNvPr id="1026" name="Picture 2">
            <a:extLst>
              <a:ext uri="{FF2B5EF4-FFF2-40B4-BE49-F238E27FC236}">
                <a16:creationId xmlns:a16="http://schemas.microsoft.com/office/drawing/2014/main" id="{64AB10CC-96D2-07BB-321B-9911DE6AB4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04" y="1895098"/>
            <a:ext cx="5720522" cy="46373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86C1276-305C-DA5B-A112-AEDF9682FFA8}"/>
              </a:ext>
            </a:extLst>
          </p:cNvPr>
          <p:cNvSpPr txBox="1"/>
          <p:nvPr/>
        </p:nvSpPr>
        <p:spPr>
          <a:xfrm>
            <a:off x="38700" y="1102397"/>
            <a:ext cx="5801825" cy="584775"/>
          </a:xfrm>
          <a:prstGeom prst="rect">
            <a:avLst/>
          </a:prstGeom>
          <a:noFill/>
        </p:spPr>
        <p:txBody>
          <a:bodyPr wrap="square">
            <a:spAutoFit/>
          </a:bodyPr>
          <a:lstStyle/>
          <a:p>
            <a:r>
              <a:rPr lang="en-US" sz="1600" dirty="0"/>
              <a:t>This chart compares average store revenue between Holiday weeks and Non-Holiday weeks.</a:t>
            </a:r>
          </a:p>
        </p:txBody>
      </p:sp>
    </p:spTree>
    <p:extLst>
      <p:ext uri="{BB962C8B-B14F-4D97-AF65-F5344CB8AC3E}">
        <p14:creationId xmlns:p14="http://schemas.microsoft.com/office/powerpoint/2010/main" val="2098717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C61A4-5933-C13D-FCA7-905A84449FFF}"/>
              </a:ext>
            </a:extLst>
          </p:cNvPr>
          <p:cNvSpPr>
            <a:spLocks noGrp="1"/>
          </p:cNvSpPr>
          <p:nvPr>
            <p:ph type="title"/>
          </p:nvPr>
        </p:nvSpPr>
        <p:spPr>
          <a:xfrm>
            <a:off x="326571" y="272144"/>
            <a:ext cx="7467599" cy="782410"/>
          </a:xfrm>
        </p:spPr>
        <p:txBody>
          <a:bodyPr/>
          <a:lstStyle/>
          <a:p>
            <a:r>
              <a:rPr lang="en-US" sz="3200" b="1" dirty="0"/>
              <a:t>Correlation Heatmap Findings</a:t>
            </a:r>
            <a:br>
              <a:rPr lang="en-US" sz="4000" b="1" dirty="0"/>
            </a:br>
            <a:endParaRPr lang="en-IN" sz="4000" dirty="0"/>
          </a:p>
        </p:txBody>
      </p:sp>
      <p:sp>
        <p:nvSpPr>
          <p:cNvPr id="3" name="Text Placeholder 2">
            <a:extLst>
              <a:ext uri="{FF2B5EF4-FFF2-40B4-BE49-F238E27FC236}">
                <a16:creationId xmlns:a16="http://schemas.microsoft.com/office/drawing/2014/main" id="{D24BFDA5-96A7-81D0-074B-C833DCE3C0B6}"/>
              </a:ext>
            </a:extLst>
          </p:cNvPr>
          <p:cNvSpPr>
            <a:spLocks noGrp="1"/>
          </p:cNvSpPr>
          <p:nvPr>
            <p:ph type="body" sz="half" idx="2"/>
          </p:nvPr>
        </p:nvSpPr>
        <p:spPr>
          <a:xfrm>
            <a:off x="326571" y="1575027"/>
            <a:ext cx="3198438" cy="4804001"/>
          </a:xfrm>
        </p:spPr>
        <p:txBody>
          <a:bodyPr>
            <a:normAutofit/>
          </a:bodyPr>
          <a:lstStyle/>
          <a:p>
            <a:r>
              <a:rPr lang="en-US" dirty="0"/>
              <a:t>Key relationships found:</a:t>
            </a:r>
          </a:p>
          <a:p>
            <a:endParaRPr lang="en-US" dirty="0"/>
          </a:p>
          <a:p>
            <a:pPr marL="285750" indent="-285750">
              <a:buFont typeface="Arial" panose="020B0604020202020204" pitchFamily="34" charset="0"/>
              <a:buChar char="•"/>
            </a:pPr>
            <a:r>
              <a:rPr lang="en-US" dirty="0" err="1"/>
              <a:t>Total_Discount</a:t>
            </a:r>
            <a:r>
              <a:rPr lang="en-US" dirty="0"/>
              <a:t> ↗ Revenue (Positive correlation)</a:t>
            </a:r>
          </a:p>
          <a:p>
            <a:pPr marL="285750" indent="-285750">
              <a:buFont typeface="Arial" panose="020B0604020202020204" pitchFamily="34" charset="0"/>
              <a:buChar char="•"/>
            </a:pPr>
            <a:r>
              <a:rPr lang="en-US" dirty="0" err="1"/>
              <a:t>IsHoliday</a:t>
            </a:r>
            <a:r>
              <a:rPr lang="en-US" dirty="0"/>
              <a:t> ↗ Revenue (Significant uplift)</a:t>
            </a:r>
          </a:p>
          <a:p>
            <a:pPr marL="285750" indent="-285750">
              <a:buFont typeface="Arial" panose="020B0604020202020204" pitchFamily="34" charset="0"/>
              <a:buChar char="•"/>
            </a:pPr>
            <a:r>
              <a:rPr lang="en-US" dirty="0" err="1"/>
              <a:t>Units_Sold</a:t>
            </a:r>
            <a:r>
              <a:rPr lang="en-US" dirty="0"/>
              <a:t> strongly drives revenue movement</a:t>
            </a:r>
          </a:p>
          <a:p>
            <a:endParaRPr lang="en-IN" dirty="0"/>
          </a:p>
        </p:txBody>
      </p:sp>
      <p:pic>
        <p:nvPicPr>
          <p:cNvPr id="6146" name="Picture 2">
            <a:extLst>
              <a:ext uri="{FF2B5EF4-FFF2-40B4-BE49-F238E27FC236}">
                <a16:creationId xmlns:a16="http://schemas.microsoft.com/office/drawing/2014/main" id="{BEAA9299-2ABF-C521-C656-2FF008F8F4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5009" y="1894115"/>
            <a:ext cx="5334250" cy="4484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8720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ADFFB-3427-94F3-1518-890F988ABD96}"/>
              </a:ext>
            </a:extLst>
          </p:cNvPr>
          <p:cNvSpPr>
            <a:spLocks noGrp="1"/>
          </p:cNvSpPr>
          <p:nvPr>
            <p:ph type="title"/>
          </p:nvPr>
        </p:nvSpPr>
        <p:spPr>
          <a:xfrm>
            <a:off x="250371" y="250371"/>
            <a:ext cx="6542315" cy="631371"/>
          </a:xfrm>
        </p:spPr>
        <p:txBody>
          <a:bodyPr/>
          <a:lstStyle/>
          <a:p>
            <a:r>
              <a:rPr lang="en-US" sz="3200" b="1" dirty="0"/>
              <a:t>Correlation Heatmap Findings</a:t>
            </a:r>
            <a:br>
              <a:rPr lang="en-US" b="1" dirty="0"/>
            </a:br>
            <a:endParaRPr lang="en-IN" dirty="0"/>
          </a:p>
        </p:txBody>
      </p:sp>
      <p:sp>
        <p:nvSpPr>
          <p:cNvPr id="3" name="Text Placeholder 2">
            <a:extLst>
              <a:ext uri="{FF2B5EF4-FFF2-40B4-BE49-F238E27FC236}">
                <a16:creationId xmlns:a16="http://schemas.microsoft.com/office/drawing/2014/main" id="{2FC566DA-7735-33B9-DFC2-CC28BC4F73FB}"/>
              </a:ext>
            </a:extLst>
          </p:cNvPr>
          <p:cNvSpPr>
            <a:spLocks noGrp="1"/>
          </p:cNvSpPr>
          <p:nvPr>
            <p:ph type="body" sz="half" idx="2"/>
          </p:nvPr>
        </p:nvSpPr>
        <p:spPr>
          <a:xfrm>
            <a:off x="250371" y="1621970"/>
            <a:ext cx="8773886" cy="3429001"/>
          </a:xfrm>
        </p:spPr>
        <p:txBody>
          <a:bodyPr>
            <a:noAutofit/>
          </a:bodyPr>
          <a:lstStyle/>
          <a:p>
            <a:pPr algn="just"/>
            <a:r>
              <a:rPr lang="en-US" sz="1400" b="1" dirty="0"/>
              <a:t>Correlation &amp; Statistical Findings</a:t>
            </a:r>
          </a:p>
          <a:p>
            <a:pPr marL="285750" indent="-285750" algn="just">
              <a:buFont typeface="Arial" panose="020B0604020202020204" pitchFamily="34" charset="0"/>
              <a:buChar char="•"/>
            </a:pPr>
            <a:r>
              <a:rPr lang="en-US" sz="1400" dirty="0"/>
              <a:t>Discounts positively correlate with Revenue, especially during seasonal peaks.</a:t>
            </a:r>
          </a:p>
          <a:p>
            <a:pPr marL="285750" indent="-285750" algn="just">
              <a:buFont typeface="Arial" panose="020B0604020202020204" pitchFamily="34" charset="0"/>
              <a:buChar char="•"/>
            </a:pPr>
            <a:r>
              <a:rPr lang="en-US" sz="1400" dirty="0"/>
              <a:t>Holiday weeks show significant sales uplift, demonstrating season-driven demand sensitivity.</a:t>
            </a:r>
          </a:p>
          <a:p>
            <a:pPr marL="285750" indent="-285750" algn="just">
              <a:buFont typeface="Arial" panose="020B0604020202020204" pitchFamily="34" charset="0"/>
              <a:buChar char="•"/>
            </a:pPr>
            <a:r>
              <a:rPr lang="en-US" sz="1400" dirty="0"/>
              <a:t>Units sold is the strongest driver of revenue, directly influencing sales momentum.</a:t>
            </a:r>
          </a:p>
          <a:p>
            <a:pPr marL="285750" indent="-285750" algn="just">
              <a:buFont typeface="Arial" panose="020B0604020202020204" pitchFamily="34" charset="0"/>
              <a:buChar char="•"/>
            </a:pPr>
            <a:r>
              <a:rPr lang="en-US" sz="1400" dirty="0"/>
              <a:t>Economic indicators (CPI, Fuel Price, Unemployment) show mild correlation, not strong enough alone to explain revenue changes.</a:t>
            </a:r>
          </a:p>
          <a:p>
            <a:pPr algn="just"/>
            <a:r>
              <a:rPr lang="en-US" sz="1400" b="1" dirty="0"/>
              <a:t>Hypothesis results:</a:t>
            </a:r>
          </a:p>
          <a:p>
            <a:pPr marL="285750" indent="-285750" algn="just">
              <a:buFont typeface="Arial" panose="020B0604020202020204" pitchFamily="34" charset="0"/>
              <a:buChar char="•"/>
            </a:pPr>
            <a:r>
              <a:rPr lang="en-US" sz="1400"/>
              <a:t>Discounts </a:t>
            </a:r>
            <a:r>
              <a:rPr lang="en-US" sz="1400" dirty="0"/>
              <a:t>have impact on sales → statistically supported (H₀ </a:t>
            </a:r>
            <a:r>
              <a:rPr lang="en-US" sz="1400"/>
              <a:t>rejected)</a:t>
            </a:r>
          </a:p>
          <a:p>
            <a:pPr marL="285750" indent="-285750" algn="just">
              <a:buFont typeface="Arial" panose="020B0604020202020204" pitchFamily="34" charset="0"/>
              <a:buChar char="•"/>
            </a:pPr>
            <a:r>
              <a:rPr lang="en-US" sz="1400"/>
              <a:t>Revenue </a:t>
            </a:r>
            <a:r>
              <a:rPr lang="en-US" sz="1400" dirty="0"/>
              <a:t>differs significantly across store locations/regions → statistically supported (H₀ rejected)</a:t>
            </a:r>
          </a:p>
          <a:p>
            <a:pPr algn="just"/>
            <a:endParaRPr lang="en-US" sz="1400" dirty="0"/>
          </a:p>
        </p:txBody>
      </p:sp>
      <p:sp>
        <p:nvSpPr>
          <p:cNvPr id="5" name="TextBox 4">
            <a:extLst>
              <a:ext uri="{FF2B5EF4-FFF2-40B4-BE49-F238E27FC236}">
                <a16:creationId xmlns:a16="http://schemas.microsoft.com/office/drawing/2014/main" id="{8CB3541F-D8D2-0777-3D99-A4A85EBFF52C}"/>
              </a:ext>
            </a:extLst>
          </p:cNvPr>
          <p:cNvSpPr txBox="1"/>
          <p:nvPr/>
        </p:nvSpPr>
        <p:spPr>
          <a:xfrm>
            <a:off x="409575" y="5209793"/>
            <a:ext cx="8324850" cy="923330"/>
          </a:xfrm>
          <a:prstGeom prst="rect">
            <a:avLst/>
          </a:prstGeom>
        </p:spPr>
        <p:style>
          <a:lnRef idx="1">
            <a:schemeClr val="accent3"/>
          </a:lnRef>
          <a:fillRef idx="3">
            <a:schemeClr val="accent3"/>
          </a:fillRef>
          <a:effectRef idx="2">
            <a:schemeClr val="accent3"/>
          </a:effectRef>
          <a:fontRef idx="minor">
            <a:schemeClr val="lt1"/>
          </a:fontRef>
        </p:style>
        <p:txBody>
          <a:bodyPr wrap="square">
            <a:spAutoFit/>
          </a:bodyPr>
          <a:lstStyle/>
          <a:p>
            <a:pPr algn="just"/>
            <a:r>
              <a:rPr lang="en-US" sz="1800" b="1" dirty="0">
                <a:solidFill>
                  <a:schemeClr val="bg2"/>
                </a:solidFill>
              </a:rPr>
              <a:t>Conclusion:</a:t>
            </a:r>
            <a:r>
              <a:rPr lang="en-US" sz="1800" dirty="0">
                <a:solidFill>
                  <a:schemeClr val="bg2"/>
                </a:solidFill>
              </a:rPr>
              <a:t> Sales behavior is more influenced by </a:t>
            </a:r>
            <a:r>
              <a:rPr lang="en-US" sz="1800" b="1" dirty="0">
                <a:solidFill>
                  <a:schemeClr val="bg2"/>
                </a:solidFill>
              </a:rPr>
              <a:t>seasonality, store contribution, holidays and markdown discounts</a:t>
            </a:r>
            <a:r>
              <a:rPr lang="en-US" sz="1800" dirty="0">
                <a:solidFill>
                  <a:schemeClr val="bg2"/>
                </a:solidFill>
              </a:rPr>
              <a:t>, rather than economic variables alone.</a:t>
            </a:r>
          </a:p>
        </p:txBody>
      </p:sp>
    </p:spTree>
    <p:extLst>
      <p:ext uri="{BB962C8B-B14F-4D97-AF65-F5344CB8AC3E}">
        <p14:creationId xmlns:p14="http://schemas.microsoft.com/office/powerpoint/2010/main" val="4148223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E3B72-49D9-1F7F-D19A-568EC0107D33}"/>
              </a:ext>
            </a:extLst>
          </p:cNvPr>
          <p:cNvSpPr>
            <a:spLocks noGrp="1"/>
          </p:cNvSpPr>
          <p:nvPr>
            <p:ph type="title"/>
          </p:nvPr>
        </p:nvSpPr>
        <p:spPr>
          <a:xfrm>
            <a:off x="496327" y="315686"/>
            <a:ext cx="6620968" cy="762000"/>
          </a:xfrm>
        </p:spPr>
        <p:txBody>
          <a:bodyPr/>
          <a:lstStyle/>
          <a:p>
            <a:r>
              <a:rPr lang="en-US" sz="3200" b="1" dirty="0"/>
              <a:t>Hypothesis Testing Summary</a:t>
            </a:r>
            <a:br>
              <a:rPr lang="en-US" b="1" dirty="0"/>
            </a:br>
            <a:endParaRPr lang="en-IN" dirty="0"/>
          </a:p>
        </p:txBody>
      </p:sp>
      <p:sp>
        <p:nvSpPr>
          <p:cNvPr id="3" name="Text Placeholder 2">
            <a:extLst>
              <a:ext uri="{FF2B5EF4-FFF2-40B4-BE49-F238E27FC236}">
                <a16:creationId xmlns:a16="http://schemas.microsoft.com/office/drawing/2014/main" id="{8563DEAF-AB97-059D-6BF0-E8052F379871}"/>
              </a:ext>
            </a:extLst>
          </p:cNvPr>
          <p:cNvSpPr>
            <a:spLocks noGrp="1"/>
          </p:cNvSpPr>
          <p:nvPr>
            <p:ph type="body" sz="half" idx="2"/>
          </p:nvPr>
        </p:nvSpPr>
        <p:spPr>
          <a:xfrm>
            <a:off x="496327" y="1709057"/>
            <a:ext cx="7689730" cy="4038600"/>
          </a:xfrm>
        </p:spPr>
        <p:txBody>
          <a:bodyPr>
            <a:normAutofit/>
          </a:bodyPr>
          <a:lstStyle/>
          <a:p>
            <a:r>
              <a:rPr lang="en-US" b="1" dirty="0"/>
              <a:t>Hypothesis 1:</a:t>
            </a:r>
            <a:r>
              <a:rPr lang="en-US" dirty="0"/>
              <a:t> Discounts have no impact on sales → </a:t>
            </a:r>
            <a:r>
              <a:rPr lang="en-US" b="1" dirty="0"/>
              <a:t>Rejected </a:t>
            </a:r>
            <a:endParaRPr lang="en-US" dirty="0"/>
          </a:p>
          <a:p>
            <a:r>
              <a:rPr lang="en-US" dirty="0"/>
              <a:t>Result: Discounts </a:t>
            </a:r>
            <a:r>
              <a:rPr lang="en-US" b="1" dirty="0"/>
              <a:t>DO impact revenue response significantly </a:t>
            </a:r>
          </a:p>
          <a:p>
            <a:endParaRPr lang="en-US" dirty="0"/>
          </a:p>
          <a:p>
            <a:r>
              <a:rPr lang="en-US" b="1" dirty="0"/>
              <a:t>Hypothesis 2:</a:t>
            </a:r>
            <a:r>
              <a:rPr lang="en-US" dirty="0"/>
              <a:t> Mean revenue is equal across regions → </a:t>
            </a:r>
            <a:r>
              <a:rPr lang="en-US" b="1" dirty="0"/>
              <a:t>Rejected </a:t>
            </a:r>
            <a:endParaRPr lang="en-US" dirty="0"/>
          </a:p>
          <a:p>
            <a:r>
              <a:rPr lang="en-US" dirty="0"/>
              <a:t>Revenue </a:t>
            </a:r>
            <a:r>
              <a:rPr lang="en-US" b="1" dirty="0"/>
              <a:t>differs across store locations and formats </a:t>
            </a:r>
          </a:p>
          <a:p>
            <a:endParaRPr lang="en-US" dirty="0"/>
          </a:p>
          <a:p>
            <a:r>
              <a:rPr lang="en-US" dirty="0"/>
              <a:t>Additional Findings:</a:t>
            </a:r>
          </a:p>
          <a:p>
            <a:r>
              <a:rPr lang="en-US" b="1" dirty="0"/>
              <a:t>Positive correlation</a:t>
            </a:r>
            <a:r>
              <a:rPr lang="en-US" dirty="0"/>
              <a:t> confirmed between </a:t>
            </a:r>
            <a:r>
              <a:rPr lang="en-US" b="1" dirty="0"/>
              <a:t>discount and revenue</a:t>
            </a:r>
            <a:endParaRPr lang="en-US" dirty="0"/>
          </a:p>
          <a:p>
            <a:endParaRPr lang="en-IN" dirty="0"/>
          </a:p>
        </p:txBody>
      </p:sp>
    </p:spTree>
    <p:extLst>
      <p:ext uri="{BB962C8B-B14F-4D97-AF65-F5344CB8AC3E}">
        <p14:creationId xmlns:p14="http://schemas.microsoft.com/office/powerpoint/2010/main" val="216106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61296-E976-DAAD-D064-3E322E0888B1}"/>
              </a:ext>
            </a:extLst>
          </p:cNvPr>
          <p:cNvSpPr>
            <a:spLocks noGrp="1"/>
          </p:cNvSpPr>
          <p:nvPr>
            <p:ph type="title"/>
          </p:nvPr>
        </p:nvSpPr>
        <p:spPr>
          <a:xfrm>
            <a:off x="281066" y="163286"/>
            <a:ext cx="7195458" cy="1251857"/>
          </a:xfrm>
        </p:spPr>
        <p:txBody>
          <a:bodyPr/>
          <a:lstStyle/>
          <a:p>
            <a:r>
              <a:rPr lang="en-US" sz="3600" b="1" dirty="0"/>
              <a:t>Predictive Modeling – Linear Regression</a:t>
            </a:r>
            <a:br>
              <a:rPr lang="en-US" b="1" dirty="0"/>
            </a:br>
            <a:endParaRPr lang="en-IN" dirty="0"/>
          </a:p>
        </p:txBody>
      </p:sp>
      <p:sp>
        <p:nvSpPr>
          <p:cNvPr id="3" name="Text Placeholder 2">
            <a:extLst>
              <a:ext uri="{FF2B5EF4-FFF2-40B4-BE49-F238E27FC236}">
                <a16:creationId xmlns:a16="http://schemas.microsoft.com/office/drawing/2014/main" id="{F63BEE9D-22D2-4E6F-219D-C133DF14BE0A}"/>
              </a:ext>
            </a:extLst>
          </p:cNvPr>
          <p:cNvSpPr>
            <a:spLocks noGrp="1"/>
          </p:cNvSpPr>
          <p:nvPr>
            <p:ph type="body" sz="half" idx="2"/>
          </p:nvPr>
        </p:nvSpPr>
        <p:spPr>
          <a:xfrm>
            <a:off x="735813" y="1665514"/>
            <a:ext cx="6620968" cy="1251857"/>
          </a:xfrm>
        </p:spPr>
        <p:txBody>
          <a:bodyPr/>
          <a:lstStyle/>
          <a:p>
            <a:r>
              <a:rPr lang="en-US" b="1" dirty="0"/>
              <a:t>Model Purpose:</a:t>
            </a:r>
            <a:r>
              <a:rPr lang="en-US" dirty="0"/>
              <a:t> Predict Revenue based on Discount, Holidays &amp; Economic Features</a:t>
            </a:r>
            <a:br>
              <a:rPr lang="en-US" dirty="0"/>
            </a:br>
            <a:r>
              <a:rPr lang="en-US" dirty="0"/>
              <a:t>Performance metrics from model evaluation:</a:t>
            </a:r>
          </a:p>
          <a:p>
            <a:endParaRPr lang="en-IN" dirty="0"/>
          </a:p>
        </p:txBody>
      </p:sp>
      <p:graphicFrame>
        <p:nvGraphicFramePr>
          <p:cNvPr id="11" name="Table 10">
            <a:extLst>
              <a:ext uri="{FF2B5EF4-FFF2-40B4-BE49-F238E27FC236}">
                <a16:creationId xmlns:a16="http://schemas.microsoft.com/office/drawing/2014/main" id="{0B10109C-0922-A8D4-6F46-77FEB51069C6}"/>
              </a:ext>
            </a:extLst>
          </p:cNvPr>
          <p:cNvGraphicFramePr>
            <a:graphicFrameLocks noGrp="1"/>
          </p:cNvGraphicFramePr>
          <p:nvPr>
            <p:extLst>
              <p:ext uri="{D42A27DB-BD31-4B8C-83A1-F6EECF244321}">
                <p14:modId xmlns:p14="http://schemas.microsoft.com/office/powerpoint/2010/main" val="3098298894"/>
              </p:ext>
            </p:extLst>
          </p:nvPr>
        </p:nvGraphicFramePr>
        <p:xfrm>
          <a:off x="859971" y="2757322"/>
          <a:ext cx="7195458" cy="3085069"/>
        </p:xfrm>
        <a:graphic>
          <a:graphicData uri="http://schemas.openxmlformats.org/drawingml/2006/table">
            <a:tbl>
              <a:tblPr firstRow="1" bandRow="1">
                <a:tableStyleId>{5C22544A-7EE6-4342-B048-85BDC9FD1C3A}</a:tableStyleId>
              </a:tblPr>
              <a:tblGrid>
                <a:gridCol w="3597729">
                  <a:extLst>
                    <a:ext uri="{9D8B030D-6E8A-4147-A177-3AD203B41FA5}">
                      <a16:colId xmlns:a16="http://schemas.microsoft.com/office/drawing/2014/main" val="2100454925"/>
                    </a:ext>
                  </a:extLst>
                </a:gridCol>
                <a:gridCol w="3597729">
                  <a:extLst>
                    <a:ext uri="{9D8B030D-6E8A-4147-A177-3AD203B41FA5}">
                      <a16:colId xmlns:a16="http://schemas.microsoft.com/office/drawing/2014/main" val="1774507878"/>
                    </a:ext>
                  </a:extLst>
                </a:gridCol>
              </a:tblGrid>
              <a:tr h="350388">
                <a:tc>
                  <a:txBody>
                    <a:bodyPr/>
                    <a:lstStyle/>
                    <a:p>
                      <a:pPr>
                        <a:buNone/>
                      </a:pPr>
                      <a:r>
                        <a:rPr lang="en-IN" dirty="0"/>
                        <a:t>Metric</a:t>
                      </a:r>
                    </a:p>
                  </a:txBody>
                  <a:tcPr anchor="ctr"/>
                </a:tc>
                <a:tc>
                  <a:txBody>
                    <a:bodyPr/>
                    <a:lstStyle/>
                    <a:p>
                      <a:pPr>
                        <a:buNone/>
                      </a:pPr>
                      <a:r>
                        <a:rPr lang="en-IN" dirty="0"/>
                        <a:t>Result Summary</a:t>
                      </a:r>
                    </a:p>
                  </a:txBody>
                  <a:tcPr anchor="ctr"/>
                </a:tc>
                <a:extLst>
                  <a:ext uri="{0D108BD9-81ED-4DB2-BD59-A6C34878D82A}">
                    <a16:rowId xmlns:a16="http://schemas.microsoft.com/office/drawing/2014/main" val="3907513459"/>
                  </a:ext>
                </a:extLst>
              </a:tr>
              <a:tr h="613178">
                <a:tc>
                  <a:txBody>
                    <a:bodyPr/>
                    <a:lstStyle/>
                    <a:p>
                      <a:r>
                        <a:rPr lang="en-IN" dirty="0"/>
                        <a:t>R² Score</a:t>
                      </a:r>
                    </a:p>
                  </a:txBody>
                  <a:tcPr/>
                </a:tc>
                <a:tc>
                  <a:txBody>
                    <a:bodyPr/>
                    <a:lstStyle/>
                    <a:p>
                      <a:r>
                        <a:rPr lang="en-US" dirty="0"/>
                        <a:t>High reliability (explains majority variance)</a:t>
                      </a:r>
                      <a:endParaRPr lang="en-IN" dirty="0"/>
                    </a:p>
                  </a:txBody>
                  <a:tcPr/>
                </a:tc>
                <a:extLst>
                  <a:ext uri="{0D108BD9-81ED-4DB2-BD59-A6C34878D82A}">
                    <a16:rowId xmlns:a16="http://schemas.microsoft.com/office/drawing/2014/main" val="4066710570"/>
                  </a:ext>
                </a:extLst>
              </a:tr>
              <a:tr h="613178">
                <a:tc>
                  <a:txBody>
                    <a:bodyPr/>
                    <a:lstStyle/>
                    <a:p>
                      <a:r>
                        <a:rPr lang="en-IN" dirty="0"/>
                        <a:t>MAE</a:t>
                      </a:r>
                    </a:p>
                  </a:txBody>
                  <a:tcPr/>
                </a:tc>
                <a:tc>
                  <a:txBody>
                    <a:bodyPr/>
                    <a:lstStyle/>
                    <a:p>
                      <a:r>
                        <a:rPr lang="en-IN" dirty="0"/>
                        <a:t>Moderate average prediction error</a:t>
                      </a:r>
                    </a:p>
                  </a:txBody>
                  <a:tcPr/>
                </a:tc>
                <a:extLst>
                  <a:ext uri="{0D108BD9-81ED-4DB2-BD59-A6C34878D82A}">
                    <a16:rowId xmlns:a16="http://schemas.microsoft.com/office/drawing/2014/main" val="2243578685"/>
                  </a:ext>
                </a:extLst>
              </a:tr>
              <a:tr h="875969">
                <a:tc>
                  <a:txBody>
                    <a:bodyPr/>
                    <a:lstStyle/>
                    <a:p>
                      <a:r>
                        <a:rPr lang="en-IN" dirty="0"/>
                        <a:t>RMSE</a:t>
                      </a:r>
                    </a:p>
                  </a:txBody>
                  <a:tcPr/>
                </a:tc>
                <a:tc>
                  <a:txBody>
                    <a:bodyPr/>
                    <a:lstStyle/>
                    <a:p>
                      <a:r>
                        <a:rPr lang="en-US" dirty="0"/>
                        <a:t>Moderate error but acceptable for business planning</a:t>
                      </a:r>
                      <a:endParaRPr lang="en-IN" dirty="0"/>
                    </a:p>
                  </a:txBody>
                  <a:tcPr/>
                </a:tc>
                <a:extLst>
                  <a:ext uri="{0D108BD9-81ED-4DB2-BD59-A6C34878D82A}">
                    <a16:rowId xmlns:a16="http://schemas.microsoft.com/office/drawing/2014/main" val="2571849419"/>
                  </a:ext>
                </a:extLst>
              </a:tr>
              <a:tr h="524749">
                <a:tc>
                  <a:txBody>
                    <a:bodyPr/>
                    <a:lstStyle/>
                    <a:p>
                      <a:r>
                        <a:rPr lang="en-IN" dirty="0"/>
                        <a:t>Top drivers</a:t>
                      </a:r>
                    </a:p>
                  </a:txBody>
                  <a:tcPr/>
                </a:tc>
                <a:tc>
                  <a:txBody>
                    <a:bodyPr/>
                    <a:lstStyle/>
                    <a:p>
                      <a:r>
                        <a:rPr lang="en-IN" dirty="0"/>
                        <a:t>Fuel Price, Discounts, Holidays</a:t>
                      </a:r>
                    </a:p>
                  </a:txBody>
                  <a:tcPr/>
                </a:tc>
                <a:extLst>
                  <a:ext uri="{0D108BD9-81ED-4DB2-BD59-A6C34878D82A}">
                    <a16:rowId xmlns:a16="http://schemas.microsoft.com/office/drawing/2014/main" val="3651167201"/>
                  </a:ext>
                </a:extLst>
              </a:tr>
            </a:tbl>
          </a:graphicData>
        </a:graphic>
      </p:graphicFrame>
    </p:spTree>
    <p:extLst>
      <p:ext uri="{BB962C8B-B14F-4D97-AF65-F5344CB8AC3E}">
        <p14:creationId xmlns:p14="http://schemas.microsoft.com/office/powerpoint/2010/main" val="179278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273210"/>
            <a:ext cx="7055380" cy="864453"/>
          </a:xfrm>
        </p:spPr>
        <p:txBody>
          <a:bodyPr/>
          <a:lstStyle/>
          <a:p>
            <a:r>
              <a:rPr lang="en-US" sz="3200" b="1" dirty="0">
                <a:solidFill>
                  <a:schemeClr val="tx1"/>
                </a:solidFill>
              </a:rPr>
              <a:t>Actual scores from notebook run</a:t>
            </a:r>
            <a:br>
              <a:rPr lang="en-IN" dirty="0">
                <a:solidFill>
                  <a:srgbClr val="FF0000"/>
                </a:solidFill>
              </a:rPr>
            </a:br>
            <a:endParaRPr dirty="0"/>
          </a:p>
        </p:txBody>
      </p:sp>
      <p:graphicFrame>
        <p:nvGraphicFramePr>
          <p:cNvPr id="5" name="Content Placeholder 2">
            <a:extLst>
              <a:ext uri="{FF2B5EF4-FFF2-40B4-BE49-F238E27FC236}">
                <a16:creationId xmlns:a16="http://schemas.microsoft.com/office/drawing/2014/main" id="{66B1EEE3-45E1-D62D-DE50-25F254B5D3CD}"/>
              </a:ext>
            </a:extLst>
          </p:cNvPr>
          <p:cNvGraphicFramePr>
            <a:graphicFrameLocks noGrp="1"/>
          </p:cNvGraphicFramePr>
          <p:nvPr>
            <p:ph idx="1"/>
            <p:extLst>
              <p:ext uri="{D42A27DB-BD31-4B8C-83A1-F6EECF244321}">
                <p14:modId xmlns:p14="http://schemas.microsoft.com/office/powerpoint/2010/main" val="1874617700"/>
              </p:ext>
            </p:extLst>
          </p:nvPr>
        </p:nvGraphicFramePr>
        <p:xfrm>
          <a:off x="827701" y="1508641"/>
          <a:ext cx="5725500" cy="1517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F75E0B95-A8D4-8355-6DF1-D3571AA3B580}"/>
              </a:ext>
            </a:extLst>
          </p:cNvPr>
          <p:cNvSpPr txBox="1"/>
          <p:nvPr/>
        </p:nvSpPr>
        <p:spPr>
          <a:xfrm>
            <a:off x="655863" y="3328920"/>
            <a:ext cx="6343651" cy="2031325"/>
          </a:xfrm>
          <a:prstGeom prst="rect">
            <a:avLst/>
          </a:prstGeom>
          <a:noFill/>
        </p:spPr>
        <p:txBody>
          <a:bodyPr wrap="square">
            <a:spAutoFit/>
          </a:bodyPr>
          <a:lstStyle/>
          <a:p>
            <a:pPr algn="just">
              <a:buNone/>
            </a:pPr>
            <a:r>
              <a:rPr lang="en-US" b="1" dirty="0"/>
              <a:t>Conclusion:</a:t>
            </a:r>
            <a:endParaRPr lang="en-US" dirty="0"/>
          </a:p>
          <a:p>
            <a:pPr algn="just">
              <a:buNone/>
            </a:pPr>
            <a:endParaRPr lang="en-US" dirty="0"/>
          </a:p>
          <a:p>
            <a:pPr algn="just">
              <a:buNone/>
            </a:pPr>
            <a:r>
              <a:rPr lang="en-US" dirty="0"/>
              <a:t>The regression model is </a:t>
            </a:r>
            <a:r>
              <a:rPr lang="en-US" b="1" dirty="0"/>
              <a:t>not reliable for predicting revenue</a:t>
            </a:r>
            <a:r>
              <a:rPr lang="en-US" dirty="0"/>
              <a:t> because economic and promotional features used earlier do not show strong influence on weekly revenue in this dataset. Therefore, analysis on another model is further conducted.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D0DF1-D1AF-D90B-AF11-CA5D1270A713}"/>
              </a:ext>
            </a:extLst>
          </p:cNvPr>
          <p:cNvSpPr>
            <a:spLocks noGrp="1"/>
          </p:cNvSpPr>
          <p:nvPr>
            <p:ph type="title"/>
          </p:nvPr>
        </p:nvSpPr>
        <p:spPr>
          <a:xfrm>
            <a:off x="136006" y="161843"/>
            <a:ext cx="7424057" cy="451762"/>
          </a:xfrm>
        </p:spPr>
        <p:txBody>
          <a:bodyPr/>
          <a:lstStyle/>
          <a:p>
            <a:r>
              <a:rPr lang="en-US" altLang="en-US" sz="2400" b="1" dirty="0"/>
              <a:t>Time-Series forecasting: </a:t>
            </a:r>
            <a:r>
              <a:rPr lang="en-US" sz="2400" b="1" dirty="0"/>
              <a:t>Forecast – Next 4 Weeks</a:t>
            </a:r>
            <a:br>
              <a:rPr lang="en-US" sz="2400" b="1" dirty="0"/>
            </a:br>
            <a:endParaRPr lang="en-IN" sz="2400" dirty="0"/>
          </a:p>
        </p:txBody>
      </p:sp>
      <p:sp>
        <p:nvSpPr>
          <p:cNvPr id="11" name="TextBox 10">
            <a:extLst>
              <a:ext uri="{FF2B5EF4-FFF2-40B4-BE49-F238E27FC236}">
                <a16:creationId xmlns:a16="http://schemas.microsoft.com/office/drawing/2014/main" id="{13234C5F-23A0-9E7F-02BE-0B82B06B8AE3}"/>
              </a:ext>
            </a:extLst>
          </p:cNvPr>
          <p:cNvSpPr txBox="1"/>
          <p:nvPr/>
        </p:nvSpPr>
        <p:spPr>
          <a:xfrm>
            <a:off x="136006" y="4354787"/>
            <a:ext cx="8768508" cy="224676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mj-lt"/>
              </a:rPr>
              <a:t>Forecast is built only on </a:t>
            </a:r>
            <a:r>
              <a:rPr kumimoji="0" lang="en-US" altLang="en-US" sz="1400" b="1" i="0" u="none" strike="noStrike" cap="none" normalizeH="0" baseline="0" dirty="0">
                <a:ln>
                  <a:noFill/>
                </a:ln>
                <a:solidFill>
                  <a:schemeClr val="tx1"/>
                </a:solidFill>
                <a:effectLst/>
                <a:latin typeface="+mj-lt"/>
              </a:rPr>
              <a:t>historical sales trend</a:t>
            </a:r>
            <a:r>
              <a:rPr kumimoji="0" lang="en-US" altLang="en-US" sz="1400" b="0" i="0" u="none" strike="noStrike" cap="none" normalizeH="0" baseline="0" dirty="0">
                <a:ln>
                  <a:noFill/>
                </a:ln>
                <a:solidFill>
                  <a:schemeClr val="tx1"/>
                </a:solidFill>
                <a:effectLst/>
                <a:latin typeface="+mj-lt"/>
              </a:rPr>
              <a:t>, not external features.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mj-lt"/>
              </a:rPr>
              <a:t> It captures </a:t>
            </a:r>
            <a:r>
              <a:rPr kumimoji="0" lang="en-US" altLang="en-US" sz="1400" b="1" i="0" u="none" strike="noStrike" cap="none" normalizeH="0" baseline="0" dirty="0">
                <a:ln>
                  <a:noFill/>
                </a:ln>
                <a:solidFill>
                  <a:schemeClr val="tx1"/>
                </a:solidFill>
                <a:effectLst/>
                <a:latin typeface="+mj-lt"/>
              </a:rPr>
              <a:t>seasonal spikes and repeating patterns</a:t>
            </a:r>
            <a:r>
              <a:rPr kumimoji="0" lang="en-US" altLang="en-US" sz="1400" b="0" i="0" u="none" strike="noStrike" cap="none" normalizeH="0" baseline="0" dirty="0">
                <a:ln>
                  <a:noFill/>
                </a:ln>
                <a:solidFill>
                  <a:schemeClr val="tx1"/>
                </a:solidFill>
                <a:effectLst/>
                <a:latin typeface="+mj-lt"/>
              </a:rPr>
              <a:t>, which are strong in weekly Walmart    sales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mj-lt"/>
              </a:rPr>
              <a:t> Forecast gives a </a:t>
            </a:r>
            <a:r>
              <a:rPr kumimoji="0" lang="en-US" altLang="en-US" sz="1400" b="1" i="0" u="none" strike="noStrike" cap="none" normalizeH="0" baseline="0" dirty="0">
                <a:ln>
                  <a:noFill/>
                </a:ln>
                <a:solidFill>
                  <a:schemeClr val="tx1"/>
                </a:solidFill>
                <a:effectLst/>
                <a:latin typeface="+mj-lt"/>
              </a:rPr>
              <a:t>directional trend estimate for 4 weeks</a:t>
            </a:r>
            <a:r>
              <a:rPr kumimoji="0" lang="en-US" altLang="en-US" sz="1400" b="0" i="0" u="none" strike="noStrike" cap="none" normalizeH="0" baseline="0" dirty="0">
                <a:ln>
                  <a:noFill/>
                </a:ln>
                <a:solidFill>
                  <a:schemeClr val="tx1"/>
                </a:solidFill>
                <a:effectLst/>
                <a:latin typeface="+mj-lt"/>
              </a:rPr>
              <a:t>, helpful for short-term demand planning.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accent3">
                    <a:lumMod val="60000"/>
                    <a:lumOff val="40000"/>
                  </a:schemeClr>
                </a:solidFill>
                <a:effectLst/>
                <a:latin typeface="+mj-lt"/>
              </a:rPr>
              <a:t>Key Benefit:</a:t>
            </a:r>
            <a:endParaRPr kumimoji="0" lang="en-US" altLang="en-US" sz="1400" b="0" i="0" u="none" strike="noStrike" cap="none" normalizeH="0" baseline="0" dirty="0">
              <a:ln>
                <a:noFill/>
              </a:ln>
              <a:solidFill>
                <a:schemeClr val="accent3">
                  <a:lumMod val="60000"/>
                  <a:lumOff val="40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mj-lt"/>
              </a:rPr>
              <a:t>Unlike regression, ARIMA focuses on </a:t>
            </a:r>
            <a:r>
              <a:rPr kumimoji="0" lang="en-US" altLang="en-US" sz="1400" b="1" i="0" u="none" strike="noStrike" cap="none" normalizeH="0" baseline="0" dirty="0">
                <a:ln>
                  <a:noFill/>
                </a:ln>
                <a:solidFill>
                  <a:schemeClr val="tx1"/>
                </a:solidFill>
                <a:effectLst/>
                <a:latin typeface="+mj-lt"/>
              </a:rPr>
              <a:t>time-based momentum</a:t>
            </a:r>
            <a:r>
              <a:rPr kumimoji="0" lang="en-US" altLang="en-US" sz="1400" b="0" i="0" u="none" strike="noStrike" cap="none" normalizeH="0" baseline="0" dirty="0">
                <a:ln>
                  <a:noFill/>
                </a:ln>
                <a:solidFill>
                  <a:schemeClr val="tx1"/>
                </a:solidFill>
                <a:effectLst/>
                <a:latin typeface="+mj-lt"/>
              </a:rPr>
              <a:t>, so it adapts better to weekly seasonality and holiday peaks.</a:t>
            </a:r>
          </a:p>
        </p:txBody>
      </p:sp>
      <p:pic>
        <p:nvPicPr>
          <p:cNvPr id="10244" name="Picture 4">
            <a:extLst>
              <a:ext uri="{FF2B5EF4-FFF2-40B4-BE49-F238E27FC236}">
                <a16:creationId xmlns:a16="http://schemas.microsoft.com/office/drawing/2014/main" id="{E9797EBD-E4C2-D965-0DBA-786E2BF126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108" y="992353"/>
            <a:ext cx="6709519" cy="3021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6772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8FEE2F2-2FCB-A83F-D181-6A656EE60145}"/>
              </a:ext>
            </a:extLst>
          </p:cNvPr>
          <p:cNvGraphicFramePr>
            <a:graphicFrameLocks noGrp="1"/>
          </p:cNvGraphicFramePr>
          <p:nvPr>
            <p:extLst>
              <p:ext uri="{D42A27DB-BD31-4B8C-83A1-F6EECF244321}">
                <p14:modId xmlns:p14="http://schemas.microsoft.com/office/powerpoint/2010/main" val="430626108"/>
              </p:ext>
            </p:extLst>
          </p:nvPr>
        </p:nvGraphicFramePr>
        <p:xfrm>
          <a:off x="511629" y="1217963"/>
          <a:ext cx="8490856" cy="2625663"/>
        </p:xfrm>
        <a:graphic>
          <a:graphicData uri="http://schemas.openxmlformats.org/drawingml/2006/table">
            <a:tbl>
              <a:tblPr>
                <a:tableStyleId>{69C7853C-536D-4A76-A0AE-DD22124D55A5}</a:tableStyleId>
              </a:tblPr>
              <a:tblGrid>
                <a:gridCol w="1926771">
                  <a:extLst>
                    <a:ext uri="{9D8B030D-6E8A-4147-A177-3AD203B41FA5}">
                      <a16:colId xmlns:a16="http://schemas.microsoft.com/office/drawing/2014/main" val="626667506"/>
                    </a:ext>
                  </a:extLst>
                </a:gridCol>
                <a:gridCol w="2013857">
                  <a:extLst>
                    <a:ext uri="{9D8B030D-6E8A-4147-A177-3AD203B41FA5}">
                      <a16:colId xmlns:a16="http://schemas.microsoft.com/office/drawing/2014/main" val="4268205875"/>
                    </a:ext>
                  </a:extLst>
                </a:gridCol>
                <a:gridCol w="2427514">
                  <a:extLst>
                    <a:ext uri="{9D8B030D-6E8A-4147-A177-3AD203B41FA5}">
                      <a16:colId xmlns:a16="http://schemas.microsoft.com/office/drawing/2014/main" val="3421456515"/>
                    </a:ext>
                  </a:extLst>
                </a:gridCol>
                <a:gridCol w="2122714">
                  <a:extLst>
                    <a:ext uri="{9D8B030D-6E8A-4147-A177-3AD203B41FA5}">
                      <a16:colId xmlns:a16="http://schemas.microsoft.com/office/drawing/2014/main" val="1548648927"/>
                    </a:ext>
                  </a:extLst>
                </a:gridCol>
              </a:tblGrid>
              <a:tr h="510915">
                <a:tc>
                  <a:txBody>
                    <a:bodyPr/>
                    <a:lstStyle/>
                    <a:p>
                      <a:pPr>
                        <a:buNone/>
                      </a:pPr>
                      <a:r>
                        <a:rPr lang="en-IN" sz="1400" b="1" dirty="0"/>
                        <a:t>Model</a:t>
                      </a:r>
                    </a:p>
                  </a:txBody>
                  <a:tcPr marL="82270" marR="82270" marT="41135" marB="41135" anchor="ctr"/>
                </a:tc>
                <a:tc>
                  <a:txBody>
                    <a:bodyPr/>
                    <a:lstStyle/>
                    <a:p>
                      <a:pPr>
                        <a:buNone/>
                      </a:pPr>
                      <a:r>
                        <a:rPr lang="en-IN" sz="1400" b="1" dirty="0"/>
                        <a:t>Accuracy</a:t>
                      </a:r>
                    </a:p>
                  </a:txBody>
                  <a:tcPr marL="82270" marR="82270" marT="41135" marB="41135" anchor="ctr"/>
                </a:tc>
                <a:tc>
                  <a:txBody>
                    <a:bodyPr/>
                    <a:lstStyle/>
                    <a:p>
                      <a:pPr>
                        <a:buNone/>
                      </a:pPr>
                      <a:r>
                        <a:rPr lang="en-IN" sz="1400" b="1" dirty="0"/>
                        <a:t>Suitable for Forecasting?</a:t>
                      </a:r>
                    </a:p>
                  </a:txBody>
                  <a:tcPr marL="82270" marR="82270" marT="41135" marB="41135" anchor="ctr"/>
                </a:tc>
                <a:tc>
                  <a:txBody>
                    <a:bodyPr/>
                    <a:lstStyle/>
                    <a:p>
                      <a:pPr>
                        <a:buNone/>
                      </a:pPr>
                      <a:r>
                        <a:rPr lang="en-IN" sz="1400" b="1" dirty="0"/>
                        <a:t>Key Interpretation</a:t>
                      </a:r>
                    </a:p>
                  </a:txBody>
                  <a:tcPr marL="82270" marR="82270" marT="41135" marB="41135" anchor="ctr"/>
                </a:tc>
                <a:extLst>
                  <a:ext uri="{0D108BD9-81ED-4DB2-BD59-A6C34878D82A}">
                    <a16:rowId xmlns:a16="http://schemas.microsoft.com/office/drawing/2014/main" val="4219772409"/>
                  </a:ext>
                </a:extLst>
              </a:tr>
              <a:tr h="948082">
                <a:tc>
                  <a:txBody>
                    <a:bodyPr/>
                    <a:lstStyle/>
                    <a:p>
                      <a:pPr>
                        <a:buNone/>
                      </a:pPr>
                      <a:r>
                        <a:rPr lang="en-IN" sz="1400"/>
                        <a:t>Linear Regression</a:t>
                      </a:r>
                    </a:p>
                  </a:txBody>
                  <a:tcPr marL="82270" marR="82270" marT="41135" marB="41135" anchor="ctr"/>
                </a:tc>
                <a:tc>
                  <a:txBody>
                    <a:bodyPr/>
                    <a:lstStyle/>
                    <a:p>
                      <a:pPr>
                        <a:buNone/>
                      </a:pPr>
                      <a:r>
                        <a:rPr lang="en-IN" sz="1400" dirty="0"/>
                        <a:t>Poor (RMSE 22,723.04, R² 0.01)</a:t>
                      </a:r>
                    </a:p>
                  </a:txBody>
                  <a:tcPr marL="82270" marR="82270" marT="41135" marB="41135" anchor="ctr"/>
                </a:tc>
                <a:tc>
                  <a:txBody>
                    <a:bodyPr/>
                    <a:lstStyle/>
                    <a:p>
                      <a:pPr>
                        <a:buNone/>
                      </a:pPr>
                      <a:r>
                        <a:rPr lang="en-IN" sz="1400" dirty="0"/>
                        <a:t> Not reliable</a:t>
                      </a:r>
                    </a:p>
                  </a:txBody>
                  <a:tcPr marL="82270" marR="82270" marT="41135" marB="41135" anchor="ctr"/>
                </a:tc>
                <a:tc>
                  <a:txBody>
                    <a:bodyPr/>
                    <a:lstStyle/>
                    <a:p>
                      <a:pPr>
                        <a:buNone/>
                      </a:pPr>
                      <a:r>
                        <a:rPr lang="en-US" sz="1400"/>
                        <a:t>Fails to explain sales drivers due to weak linear feature relationship</a:t>
                      </a:r>
                    </a:p>
                  </a:txBody>
                  <a:tcPr marL="82270" marR="82270" marT="41135" marB="41135" anchor="ctr"/>
                </a:tc>
                <a:extLst>
                  <a:ext uri="{0D108BD9-81ED-4DB2-BD59-A6C34878D82A}">
                    <a16:rowId xmlns:a16="http://schemas.microsoft.com/office/drawing/2014/main" val="311868561"/>
                  </a:ext>
                </a:extLst>
              </a:tr>
              <a:tr h="1166666">
                <a:tc>
                  <a:txBody>
                    <a:bodyPr/>
                    <a:lstStyle/>
                    <a:p>
                      <a:pPr>
                        <a:buNone/>
                      </a:pPr>
                      <a:r>
                        <a:rPr lang="en-IN" sz="1400" dirty="0"/>
                        <a:t>ARIMA (Time-Series)</a:t>
                      </a:r>
                    </a:p>
                  </a:txBody>
                  <a:tcPr marL="82270" marR="82270" marT="41135" marB="41135" anchor="ctr"/>
                </a:tc>
                <a:tc>
                  <a:txBody>
                    <a:bodyPr/>
                    <a:lstStyle/>
                    <a:p>
                      <a:pPr>
                        <a:buNone/>
                      </a:pPr>
                      <a:r>
                        <a:rPr lang="en-IN" sz="1400" dirty="0"/>
                        <a:t>Better for trend capture</a:t>
                      </a:r>
                    </a:p>
                  </a:txBody>
                  <a:tcPr marL="82270" marR="82270" marT="41135" marB="41135" anchor="ctr"/>
                </a:tc>
                <a:tc>
                  <a:txBody>
                    <a:bodyPr/>
                    <a:lstStyle/>
                    <a:p>
                      <a:pPr>
                        <a:buNone/>
                      </a:pPr>
                      <a:r>
                        <a:rPr lang="en-IN" sz="1400" dirty="0"/>
                        <a:t>Recommended for short-term</a:t>
                      </a:r>
                    </a:p>
                  </a:txBody>
                  <a:tcPr marL="82270" marR="82270" marT="41135" marB="41135" anchor="ctr"/>
                </a:tc>
                <a:tc>
                  <a:txBody>
                    <a:bodyPr/>
                    <a:lstStyle/>
                    <a:p>
                      <a:pPr>
                        <a:buNone/>
                      </a:pPr>
                      <a:r>
                        <a:rPr lang="en-US" sz="1400" dirty="0"/>
                        <a:t>Captures seasonal &amp; weekly momentum for 4-week demand planning</a:t>
                      </a:r>
                    </a:p>
                  </a:txBody>
                  <a:tcPr marL="82270" marR="82270" marT="41135" marB="41135" anchor="ctr"/>
                </a:tc>
                <a:extLst>
                  <a:ext uri="{0D108BD9-81ED-4DB2-BD59-A6C34878D82A}">
                    <a16:rowId xmlns:a16="http://schemas.microsoft.com/office/drawing/2014/main" val="3062425103"/>
                  </a:ext>
                </a:extLst>
              </a:tr>
            </a:tbl>
          </a:graphicData>
        </a:graphic>
      </p:graphicFrame>
      <p:sp>
        <p:nvSpPr>
          <p:cNvPr id="7" name="TextBox 6">
            <a:extLst>
              <a:ext uri="{FF2B5EF4-FFF2-40B4-BE49-F238E27FC236}">
                <a16:creationId xmlns:a16="http://schemas.microsoft.com/office/drawing/2014/main" id="{6DBD9449-C4CF-C387-B506-3481E7455580}"/>
              </a:ext>
            </a:extLst>
          </p:cNvPr>
          <p:cNvSpPr txBox="1"/>
          <p:nvPr/>
        </p:nvSpPr>
        <p:spPr>
          <a:xfrm>
            <a:off x="185058" y="120020"/>
            <a:ext cx="6672942"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Arial" panose="020B0604020202020204" pitchFamily="34" charset="0"/>
              </a:rPr>
              <a:t>Predictive Model Comparison</a:t>
            </a:r>
          </a:p>
        </p:txBody>
      </p:sp>
      <p:sp>
        <p:nvSpPr>
          <p:cNvPr id="9" name="TextBox 8">
            <a:extLst>
              <a:ext uri="{FF2B5EF4-FFF2-40B4-BE49-F238E27FC236}">
                <a16:creationId xmlns:a16="http://schemas.microsoft.com/office/drawing/2014/main" id="{F2D8B6F1-C428-CEE8-1BE8-5317A26AD750}"/>
              </a:ext>
            </a:extLst>
          </p:cNvPr>
          <p:cNvSpPr txBox="1"/>
          <p:nvPr/>
        </p:nvSpPr>
        <p:spPr>
          <a:xfrm>
            <a:off x="325446" y="4500000"/>
            <a:ext cx="8110983" cy="584775"/>
          </a:xfrm>
          <a:prstGeom prst="rect">
            <a:avLst/>
          </a:prstGeom>
          <a:noFill/>
        </p:spPr>
        <p:txBody>
          <a:bodyPr wrap="square">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IN" sz="1600" dirty="0"/>
              <a:t>Regression model explains </a:t>
            </a:r>
            <a:r>
              <a:rPr lang="en-US" altLang="en-US" sz="1600" b="1" dirty="0">
                <a:latin typeface="Arial" panose="020B0604020202020204" pitchFamily="34" charset="0"/>
              </a:rPr>
              <a:t>only 1% variance (R² = 0.01)</a:t>
            </a:r>
            <a:r>
              <a:rPr lang="en-US" altLang="en-US" sz="1600" dirty="0">
                <a:latin typeface="Arial" panose="020B0604020202020204" pitchFamily="34" charset="0"/>
              </a:rPr>
              <a:t> → </a:t>
            </a:r>
            <a:r>
              <a:rPr lang="en-US" altLang="en-US" sz="1600" b="1" dirty="0">
                <a:latin typeface="Arial" panose="020B0604020202020204" pitchFamily="34" charset="0"/>
              </a:rPr>
              <a:t>very low reliability</a:t>
            </a:r>
            <a:endParaRPr lang="en-US" altLang="en-US" sz="1600"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ARIMA focuses on </a:t>
            </a:r>
            <a:r>
              <a:rPr lang="en-US" altLang="en-US" sz="1600" b="1" dirty="0">
                <a:latin typeface="Arial" panose="020B0604020202020204" pitchFamily="34" charset="0"/>
              </a:rPr>
              <a:t>historical trend only</a:t>
            </a:r>
            <a:r>
              <a:rPr lang="en-US" altLang="en-US" sz="1600" dirty="0">
                <a:latin typeface="Arial" panose="020B0604020202020204" pitchFamily="34" charset="0"/>
              </a:rPr>
              <a:t> and adapts better to </a:t>
            </a:r>
            <a:r>
              <a:rPr lang="en-US" altLang="en-US" sz="1600" b="1" dirty="0">
                <a:latin typeface="Arial" panose="020B0604020202020204" pitchFamily="34" charset="0"/>
              </a:rPr>
              <a:t>weekly seasonality</a:t>
            </a:r>
            <a:endParaRPr lang="en-US" altLang="en-US" sz="1600" dirty="0">
              <a:latin typeface="Arial" panose="020B0604020202020204" pitchFamily="34" charset="0"/>
            </a:endParaRPr>
          </a:p>
        </p:txBody>
      </p:sp>
      <p:sp>
        <p:nvSpPr>
          <p:cNvPr id="11" name="TextBox 10">
            <a:extLst>
              <a:ext uri="{FF2B5EF4-FFF2-40B4-BE49-F238E27FC236}">
                <a16:creationId xmlns:a16="http://schemas.microsoft.com/office/drawing/2014/main" id="{BB809535-844F-8D50-4406-16FE34EE85AC}"/>
              </a:ext>
            </a:extLst>
          </p:cNvPr>
          <p:cNvSpPr txBox="1"/>
          <p:nvPr/>
        </p:nvSpPr>
        <p:spPr>
          <a:xfrm>
            <a:off x="870856" y="5621436"/>
            <a:ext cx="7402286" cy="36933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lvl="0" defTabSz="914400" eaLnBrk="0" fontAlgn="base" hangingPunct="0">
              <a:spcBef>
                <a:spcPct val="0"/>
              </a:spcBef>
              <a:spcAft>
                <a:spcPct val="0"/>
              </a:spcAft>
            </a:pPr>
            <a:r>
              <a:rPr lang="en-US" altLang="en-US" sz="1800" dirty="0">
                <a:latin typeface="Arial" panose="020B0604020202020204" pitchFamily="34" charset="0"/>
              </a:rPr>
              <a:t>Best choice here: </a:t>
            </a:r>
            <a:r>
              <a:rPr lang="en-US" altLang="en-US" sz="1800" b="1" dirty="0">
                <a:latin typeface="Arial" panose="020B0604020202020204" pitchFamily="34" charset="0"/>
              </a:rPr>
              <a:t>Time-Series forecasting for short-term planning</a:t>
            </a:r>
            <a:endParaRPr lang="en-IN" sz="1800" dirty="0"/>
          </a:p>
        </p:txBody>
      </p:sp>
    </p:spTree>
    <p:extLst>
      <p:ext uri="{BB962C8B-B14F-4D97-AF65-F5344CB8AC3E}">
        <p14:creationId xmlns:p14="http://schemas.microsoft.com/office/powerpoint/2010/main" val="2688012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Rectangle 20">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D7382A-BC46-4D21-B52F-5ED6A908552C}"/>
              </a:ext>
            </a:extLst>
          </p:cNvPr>
          <p:cNvSpPr>
            <a:spLocks noGrp="1"/>
          </p:cNvSpPr>
          <p:nvPr>
            <p:ph type="title"/>
          </p:nvPr>
        </p:nvSpPr>
        <p:spPr>
          <a:xfrm>
            <a:off x="215338" y="121537"/>
            <a:ext cx="4982929" cy="947948"/>
          </a:xfrm>
        </p:spPr>
        <p:txBody>
          <a:bodyPr vert="horz" lIns="91440" tIns="45720" rIns="91440" bIns="45720" rtlCol="0" anchor="t">
            <a:normAutofit fontScale="90000"/>
          </a:bodyPr>
          <a:lstStyle/>
          <a:p>
            <a:pPr defTabSz="457200">
              <a:lnSpc>
                <a:spcPct val="90000"/>
              </a:lnSpc>
            </a:pPr>
            <a:r>
              <a:rPr lang="en-US" sz="3600" b="1" dirty="0">
                <a:solidFill>
                  <a:srgbClr val="EBEBEB"/>
                </a:solidFill>
              </a:rPr>
              <a:t>Business Recommendations</a:t>
            </a:r>
            <a:br>
              <a:rPr lang="en-US" sz="3600" b="1" dirty="0">
                <a:solidFill>
                  <a:srgbClr val="EBEBEB"/>
                </a:solidFill>
              </a:rPr>
            </a:br>
            <a:endParaRPr lang="en-US" sz="3600" b="1" dirty="0">
              <a:solidFill>
                <a:srgbClr val="EBEBEB"/>
              </a:solidFill>
            </a:endParaRPr>
          </a:p>
        </p:txBody>
      </p:sp>
      <p:sp>
        <p:nvSpPr>
          <p:cNvPr id="3" name="Text Placeholder 2">
            <a:extLst>
              <a:ext uri="{FF2B5EF4-FFF2-40B4-BE49-F238E27FC236}">
                <a16:creationId xmlns:a16="http://schemas.microsoft.com/office/drawing/2014/main" id="{BBD0319C-1FBE-FD5E-A98A-617C64453351}"/>
              </a:ext>
            </a:extLst>
          </p:cNvPr>
          <p:cNvSpPr>
            <a:spLocks noGrp="1"/>
          </p:cNvSpPr>
          <p:nvPr>
            <p:ph type="body" sz="half" idx="2"/>
          </p:nvPr>
        </p:nvSpPr>
        <p:spPr>
          <a:xfrm>
            <a:off x="310419" y="1242765"/>
            <a:ext cx="4641142" cy="5234235"/>
          </a:xfrm>
        </p:spPr>
        <p:txBody>
          <a:bodyPr vert="horz" lIns="91440" tIns="45720" rIns="91440" bIns="45720" rtlCol="0">
            <a:normAutofit lnSpcReduction="10000"/>
          </a:bodyPr>
          <a:lstStyle/>
          <a:p>
            <a:pPr marL="285750" indent="-285750" defTabSz="457200">
              <a:lnSpc>
                <a:spcPct val="90000"/>
              </a:lnSpc>
              <a:buFont typeface="Arial" panose="020B0604020202020204" pitchFamily="34" charset="0"/>
              <a:buChar char="•"/>
            </a:pPr>
            <a:r>
              <a:rPr lang="en-US" dirty="0">
                <a:solidFill>
                  <a:srgbClr val="FFFFFF"/>
                </a:solidFill>
                <a:latin typeface="+mn-lt"/>
              </a:rPr>
              <a:t>Increase inventory 1–2 weeks before holiday spikes</a:t>
            </a:r>
          </a:p>
          <a:p>
            <a:pPr marL="285750" indent="-285750" defTabSz="457200">
              <a:lnSpc>
                <a:spcPct val="90000"/>
              </a:lnSpc>
              <a:buFont typeface="Arial" panose="020B0604020202020204" pitchFamily="34" charset="0"/>
              <a:buChar char="•"/>
            </a:pPr>
            <a:r>
              <a:rPr lang="en-US" dirty="0">
                <a:solidFill>
                  <a:srgbClr val="FFFFFF"/>
                </a:solidFill>
                <a:latin typeface="+mn-lt"/>
              </a:rPr>
              <a:t>Deploy targeted markdown promotions during low-season months</a:t>
            </a:r>
          </a:p>
          <a:p>
            <a:pPr marL="285750" indent="-285750" defTabSz="457200">
              <a:lnSpc>
                <a:spcPct val="90000"/>
              </a:lnSpc>
              <a:buFont typeface="Arial" panose="020B0604020202020204" pitchFamily="34" charset="0"/>
              <a:buChar char="•"/>
            </a:pPr>
            <a:r>
              <a:rPr lang="en-US" dirty="0">
                <a:solidFill>
                  <a:srgbClr val="FFFFFF"/>
                </a:solidFill>
                <a:latin typeface="+mn-lt"/>
              </a:rPr>
              <a:t>Allocate stock using:</a:t>
            </a:r>
            <a:br>
              <a:rPr lang="en-US" dirty="0">
                <a:solidFill>
                  <a:srgbClr val="FFFFFF"/>
                </a:solidFill>
                <a:latin typeface="+mn-lt"/>
              </a:rPr>
            </a:br>
            <a:r>
              <a:rPr lang="en-US" dirty="0">
                <a:solidFill>
                  <a:srgbClr val="FFFFFF"/>
                </a:solidFill>
                <a:latin typeface="+mn-lt"/>
              </a:rPr>
              <a:t>-Store revenue contribution</a:t>
            </a:r>
            <a:br>
              <a:rPr lang="en-US" dirty="0">
                <a:solidFill>
                  <a:srgbClr val="FFFFFF"/>
                </a:solidFill>
                <a:latin typeface="+mn-lt"/>
              </a:rPr>
            </a:br>
            <a:r>
              <a:rPr lang="en-US" dirty="0">
                <a:solidFill>
                  <a:srgbClr val="FFFFFF"/>
                </a:solidFill>
                <a:latin typeface="+mn-lt"/>
              </a:rPr>
              <a:t>-Units movement trends</a:t>
            </a:r>
            <a:br>
              <a:rPr lang="en-US" dirty="0">
                <a:solidFill>
                  <a:srgbClr val="FFFFFF"/>
                </a:solidFill>
                <a:latin typeface="+mn-lt"/>
              </a:rPr>
            </a:br>
            <a:r>
              <a:rPr lang="en-US" dirty="0">
                <a:solidFill>
                  <a:srgbClr val="FFFFFF"/>
                </a:solidFill>
                <a:latin typeface="+mn-lt"/>
              </a:rPr>
              <a:t>-Forecasted demand</a:t>
            </a:r>
          </a:p>
          <a:p>
            <a:pPr marL="285750" indent="-285750" defTabSz="457200">
              <a:lnSpc>
                <a:spcPct val="90000"/>
              </a:lnSpc>
              <a:buFont typeface="Arial" panose="020B0604020202020204" pitchFamily="34" charset="0"/>
              <a:buChar char="•"/>
            </a:pPr>
            <a:r>
              <a:rPr lang="en-US" dirty="0">
                <a:solidFill>
                  <a:srgbClr val="FFFFFF"/>
                </a:solidFill>
                <a:latin typeface="+mn-lt"/>
              </a:rPr>
              <a:t>Align manpower and logistics planning with predicted demand.</a:t>
            </a:r>
          </a:p>
          <a:p>
            <a:pPr marL="285750" indent="-285750" defTabSz="457200">
              <a:lnSpc>
                <a:spcPct val="90000"/>
              </a:lnSpc>
              <a:buFont typeface="Arial" panose="020B0604020202020204" pitchFamily="34" charset="0"/>
              <a:buChar char="•"/>
            </a:pPr>
            <a:r>
              <a:rPr lang="en-US" dirty="0">
                <a:latin typeface="+mn-lt"/>
              </a:rPr>
              <a:t>Retail revenue at Walmart is more driven by seasonality and promotions, especially holidays, than by external economic factors. Inventory and discount campaigns must be planned ahead of holiday spikes to maximize sales and prevent stockouts.</a:t>
            </a:r>
            <a:endParaRPr lang="en-US" dirty="0">
              <a:solidFill>
                <a:srgbClr val="FFFFFF"/>
              </a:solidFill>
              <a:latin typeface="+mn-lt"/>
            </a:endParaRPr>
          </a:p>
          <a:p>
            <a:pPr defTabSz="457200">
              <a:lnSpc>
                <a:spcPct val="90000"/>
              </a:lnSpc>
              <a:buFont typeface="Wingdings 3" charset="2"/>
              <a:buChar char=""/>
            </a:pPr>
            <a:endParaRPr lang="en-US" dirty="0">
              <a:solidFill>
                <a:srgbClr val="FFFFFF"/>
              </a:solidFill>
            </a:endParaRPr>
          </a:p>
        </p:txBody>
      </p:sp>
      <p:sp>
        <p:nvSpPr>
          <p:cNvPr id="23"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1980"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Desk with productivity items">
            <a:extLst>
              <a:ext uri="{FF2B5EF4-FFF2-40B4-BE49-F238E27FC236}">
                <a16:creationId xmlns:a16="http://schemas.microsoft.com/office/drawing/2014/main" id="{A4711CC3-D3B6-5F36-DB1A-34D85E101DC8}"/>
              </a:ext>
            </a:extLst>
          </p:cNvPr>
          <p:cNvPicPr>
            <a:picLocks noChangeAspect="1"/>
          </p:cNvPicPr>
          <p:nvPr/>
        </p:nvPicPr>
        <p:blipFill>
          <a:blip r:embed="rId7"/>
          <a:srcRect l="39509" r="24259" b="-2"/>
          <a:stretch>
            <a:fillRect/>
          </a:stretch>
        </p:blipFill>
        <p:spPr>
          <a:xfrm>
            <a:off x="5421881" y="1"/>
            <a:ext cx="3722434"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2876987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11" name="Picture 10">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13" name="Oval 12">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5" name="Picture 14">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17" name="Picture 16">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19" name="Rectangle 18">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Rectangle 20">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F77F67-BE3C-0CB1-A445-4904E33B92A0}"/>
              </a:ext>
            </a:extLst>
          </p:cNvPr>
          <p:cNvSpPr>
            <a:spLocks noGrp="1"/>
          </p:cNvSpPr>
          <p:nvPr>
            <p:ph type="title"/>
          </p:nvPr>
        </p:nvSpPr>
        <p:spPr>
          <a:xfrm>
            <a:off x="486696" y="1063417"/>
            <a:ext cx="2629122" cy="4675396"/>
          </a:xfrm>
        </p:spPr>
        <p:txBody>
          <a:bodyPr vert="horz" lIns="91440" tIns="45720" rIns="91440" bIns="45720" rtlCol="0" anchor="ctr">
            <a:normAutofit/>
          </a:bodyPr>
          <a:lstStyle/>
          <a:p>
            <a:pPr defTabSz="457200"/>
            <a:r>
              <a:rPr lang="en-US" sz="3300">
                <a:solidFill>
                  <a:srgbClr val="F2F2F2"/>
                </a:solidFill>
              </a:rPr>
              <a:t>Conclusion</a:t>
            </a:r>
            <a:br>
              <a:rPr lang="en-US" sz="3300">
                <a:solidFill>
                  <a:srgbClr val="F2F2F2"/>
                </a:solidFill>
              </a:rPr>
            </a:br>
            <a:endParaRPr lang="en-US" sz="3300">
              <a:solidFill>
                <a:srgbClr val="F2F2F2"/>
              </a:solidFill>
            </a:endParaRPr>
          </a:p>
        </p:txBody>
      </p:sp>
      <p:sp>
        <p:nvSpPr>
          <p:cNvPr id="23" name="Rectangle 22">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484632"/>
            <a:ext cx="4938073"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graphicFrame>
        <p:nvGraphicFramePr>
          <p:cNvPr id="5" name="Text Placeholder 2">
            <a:extLst>
              <a:ext uri="{FF2B5EF4-FFF2-40B4-BE49-F238E27FC236}">
                <a16:creationId xmlns:a16="http://schemas.microsoft.com/office/drawing/2014/main" id="{A61BF3F7-8877-F996-8D05-AFB38396FB87}"/>
              </a:ext>
            </a:extLst>
          </p:cNvPr>
          <p:cNvGraphicFramePr/>
          <p:nvPr>
            <p:extLst>
              <p:ext uri="{D42A27DB-BD31-4B8C-83A1-F6EECF244321}">
                <p14:modId xmlns:p14="http://schemas.microsoft.com/office/powerpoint/2010/main" val="894824548"/>
              </p:ext>
            </p:extLst>
          </p:nvPr>
        </p:nvGraphicFramePr>
        <p:xfrm>
          <a:off x="4206478" y="965200"/>
          <a:ext cx="4211240" cy="477361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585878474"/>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11" name="Picture 10">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13" name="Oval 12">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5" name="Picture 14">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17" name="Picture 16">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19" name="Rectangle 18">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Rectangle 20">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115F22-7B84-5310-51F6-A3C6A5B8EA01}"/>
              </a:ext>
            </a:extLst>
          </p:cNvPr>
          <p:cNvSpPr>
            <a:spLocks noGrp="1"/>
          </p:cNvSpPr>
          <p:nvPr>
            <p:ph type="title"/>
          </p:nvPr>
        </p:nvSpPr>
        <p:spPr>
          <a:xfrm>
            <a:off x="482891" y="1447800"/>
            <a:ext cx="2331469" cy="4572000"/>
          </a:xfrm>
        </p:spPr>
        <p:txBody>
          <a:bodyPr vert="horz" lIns="91440" tIns="45720" rIns="91440" bIns="45720" rtlCol="0" anchor="ctr">
            <a:normAutofit/>
          </a:bodyPr>
          <a:lstStyle/>
          <a:p>
            <a:pPr defTabSz="457200"/>
            <a:r>
              <a:rPr lang="en-US" sz="2400" dirty="0">
                <a:solidFill>
                  <a:srgbClr val="F2F2F2"/>
                </a:solidFill>
              </a:rPr>
              <a:t>Skills Demonstrated</a:t>
            </a:r>
            <a:br>
              <a:rPr lang="en-US" sz="2400" dirty="0">
                <a:solidFill>
                  <a:srgbClr val="F2F2F2"/>
                </a:solidFill>
              </a:rPr>
            </a:br>
            <a:endParaRPr lang="en-US" sz="2400" dirty="0">
              <a:solidFill>
                <a:srgbClr val="F2F2F2"/>
              </a:solidFill>
            </a:endParaRPr>
          </a:p>
        </p:txBody>
      </p:sp>
      <p:sp>
        <p:nvSpPr>
          <p:cNvPr id="23" name="Freeform: Shape 22">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982" y="0"/>
            <a:ext cx="6023018"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27" name="Rectangle 26">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graphicFrame>
        <p:nvGraphicFramePr>
          <p:cNvPr id="5" name="Text Placeholder 2">
            <a:extLst>
              <a:ext uri="{FF2B5EF4-FFF2-40B4-BE49-F238E27FC236}">
                <a16:creationId xmlns:a16="http://schemas.microsoft.com/office/drawing/2014/main" id="{EAF305E3-27A6-01B7-80DE-FA3567C0B1AB}"/>
              </a:ext>
            </a:extLst>
          </p:cNvPr>
          <p:cNvGraphicFramePr/>
          <p:nvPr>
            <p:extLst>
              <p:ext uri="{D42A27DB-BD31-4B8C-83A1-F6EECF244321}">
                <p14:modId xmlns:p14="http://schemas.microsoft.com/office/powerpoint/2010/main" val="986031091"/>
              </p:ext>
            </p:extLst>
          </p:nvPr>
        </p:nvGraphicFramePr>
        <p:xfrm>
          <a:off x="3786187" y="1447800"/>
          <a:ext cx="4872038" cy="4572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989452168"/>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76" name="Picture 75">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77" name="Picture 76">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78" name="Oval 77">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79" name="Picture 78">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80" name="Picture 79">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81" name="Rectangle 80">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82" name="Rectangle 81">
            <a:extLst>
              <a:ext uri="{FF2B5EF4-FFF2-40B4-BE49-F238E27FC236}">
                <a16:creationId xmlns:a16="http://schemas.microsoft.com/office/drawing/2014/main" id="{E6A222EB-A81E-4238-B08D-AAB1828C8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E014676C-074B-475A-8346-9C901C86C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84" name="Straight Connector 83">
            <a:extLst>
              <a:ext uri="{FF2B5EF4-FFF2-40B4-BE49-F238E27FC236}">
                <a16:creationId xmlns:a16="http://schemas.microsoft.com/office/drawing/2014/main" id="{179C4C8E-197B-4679-AE96-B5147F971C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0F89DC9-D509-3855-1AEB-257A5B974932}"/>
              </a:ext>
            </a:extLst>
          </p:cNvPr>
          <p:cNvSpPr>
            <a:spLocks noGrp="1"/>
          </p:cNvSpPr>
          <p:nvPr>
            <p:ph type="title"/>
          </p:nvPr>
        </p:nvSpPr>
        <p:spPr>
          <a:xfrm>
            <a:off x="3490721" y="1266958"/>
            <a:ext cx="5106271" cy="4528457"/>
          </a:xfrm>
        </p:spPr>
        <p:txBody>
          <a:bodyPr vert="horz" lIns="91440" tIns="45720" rIns="91440" bIns="45720" rtlCol="0" anchor="ctr">
            <a:normAutofit/>
          </a:bodyPr>
          <a:lstStyle/>
          <a:p>
            <a:pPr defTabSz="457200"/>
            <a:r>
              <a:rPr lang="en-US" sz="7200" b="0" i="0" kern="1200" dirty="0">
                <a:solidFill>
                  <a:schemeClr val="tx2"/>
                </a:solidFill>
                <a:latin typeface="+mj-lt"/>
                <a:ea typeface="+mj-ea"/>
                <a:cs typeface="+mj-cs"/>
              </a:rPr>
              <a:t>THANK YOU</a:t>
            </a:r>
          </a:p>
        </p:txBody>
      </p:sp>
    </p:spTree>
    <p:extLst>
      <p:ext uri="{BB962C8B-B14F-4D97-AF65-F5344CB8AC3E}">
        <p14:creationId xmlns:p14="http://schemas.microsoft.com/office/powerpoint/2010/main" val="26589429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452</TotalTime>
  <Words>1057</Words>
  <Application>Microsoft Office PowerPoint</Application>
  <PresentationFormat>On-screen Show (4:3)</PresentationFormat>
  <Paragraphs>161</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Century Gothic</vt:lpstr>
      <vt:lpstr>Wingdings 3</vt:lpstr>
      <vt:lpstr>Ion</vt:lpstr>
      <vt:lpstr>Capstone Project: Sales Insights &amp; Demand Forecasting for a Retail Chain </vt:lpstr>
      <vt:lpstr>EXECUTIVE OVERVIEW 🎯 Business Objective </vt:lpstr>
      <vt:lpstr>Dataset Description </vt:lpstr>
      <vt:lpstr>Data Preparation </vt:lpstr>
      <vt:lpstr>EDA: Top 10 Stores by Revenue </vt:lpstr>
      <vt:lpstr>EDA: Revenue Trend Over Time </vt:lpstr>
      <vt:lpstr>Monthly Revenue TREND  </vt:lpstr>
      <vt:lpstr>Monthly Unit Sold Trend</vt:lpstr>
      <vt:lpstr>Quarterly Sales Distribution   </vt:lpstr>
      <vt:lpstr>Effect of Holiday on Sales</vt:lpstr>
      <vt:lpstr>Correlation Heatmap Findings </vt:lpstr>
      <vt:lpstr>Correlation Heatmap Findings </vt:lpstr>
      <vt:lpstr>Hypothesis Testing Summary </vt:lpstr>
      <vt:lpstr>Predictive Modeling – Linear Regression </vt:lpstr>
      <vt:lpstr>Actual scores from notebook run </vt:lpstr>
      <vt:lpstr>Time-Series forecasting: Forecast – Next 4 Weeks </vt:lpstr>
      <vt:lpstr>PowerPoint Presentation</vt:lpstr>
      <vt:lpstr>Business Recommendations </vt:lpstr>
      <vt:lpstr>Conclusion </vt:lpstr>
      <vt:lpstr>Skills Demonstrated </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Administrator</dc:creator>
  <cp:keywords/>
  <dc:description>generated using python-pptx</dc:description>
  <cp:lastModifiedBy>Sudhanshu Tiwari</cp:lastModifiedBy>
  <cp:revision>2</cp:revision>
  <dcterms:created xsi:type="dcterms:W3CDTF">2013-01-27T09:14:16Z</dcterms:created>
  <dcterms:modified xsi:type="dcterms:W3CDTF">2025-11-30T15:37:17Z</dcterms:modified>
  <cp:category/>
</cp:coreProperties>
</file>